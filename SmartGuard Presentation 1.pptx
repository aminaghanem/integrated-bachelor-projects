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61" r:id="rId7"/>
    <p:sldId id="286" r:id="rId8"/>
    <p:sldId id="287" r:id="rId9"/>
    <p:sldId id="288" r:id="rId10"/>
    <p:sldId id="291" r:id="rId11"/>
    <p:sldId id="292" r:id="rId12"/>
    <p:sldId id="293" r:id="rId13"/>
    <p:sldId id="294" r:id="rId14"/>
    <p:sldId id="295" r:id="rId15"/>
    <p:sldId id="297" r:id="rId16"/>
    <p:sldId id="266" r:id="rId17"/>
    <p:sldId id="298" r:id="rId18"/>
    <p:sldId id="285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5AC"/>
    <a:srgbClr val="63B7C6"/>
    <a:srgbClr val="00243A"/>
    <a:srgbClr val="103350"/>
    <a:srgbClr val="002136"/>
    <a:srgbClr val="1B6872"/>
    <a:srgbClr val="0C43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6E60EA-B6CA-4AD4-867B-2F3204A5ACA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5BE6AD4-4334-4EA7-A4C1-A44366DBDD25}">
      <dgm:prSet phldrT="[Text]"/>
      <dgm:spPr>
        <a:solidFill>
          <a:srgbClr val="63B7C6"/>
        </a:solidFill>
      </dgm:spPr>
      <dgm:t>
        <a:bodyPr/>
        <a:lstStyle/>
        <a:p>
          <a:r>
            <a:rPr lang="en-US" dirty="0" smtClean="0">
              <a:latin typeface="+mj-lt"/>
            </a:rPr>
            <a:t>Gathering learner data</a:t>
          </a:r>
        </a:p>
        <a:p>
          <a:r>
            <a:rPr lang="en-US" dirty="0" smtClean="0">
              <a:latin typeface="+mj-lt"/>
            </a:rPr>
            <a:t> from various sources</a:t>
          </a:r>
          <a:endParaRPr lang="en-US" dirty="0">
            <a:latin typeface="+mj-lt"/>
          </a:endParaRPr>
        </a:p>
      </dgm:t>
    </dgm:pt>
    <dgm:pt modelId="{4AAEF597-78F0-4C90-A3C3-41C2B84E13D0}" type="parTrans" cxnId="{071F3220-357D-44FB-A1D4-C2E743A659CF}">
      <dgm:prSet/>
      <dgm:spPr/>
      <dgm:t>
        <a:bodyPr/>
        <a:lstStyle/>
        <a:p>
          <a:endParaRPr lang="en-US"/>
        </a:p>
      </dgm:t>
    </dgm:pt>
    <dgm:pt modelId="{9B20B097-5248-4EBE-A7A6-02B36C6CC316}" type="sibTrans" cxnId="{071F3220-357D-44FB-A1D4-C2E743A659CF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981BB694-3B00-4564-9A2B-7600E038A2BC}">
      <dgm:prSet phldrT="[Text]"/>
      <dgm:spPr>
        <a:solidFill>
          <a:srgbClr val="63B7C6"/>
        </a:solidFill>
      </dgm:spPr>
      <dgm:t>
        <a:bodyPr/>
        <a:lstStyle/>
        <a:p>
          <a:r>
            <a:rPr lang="en-US" dirty="0" smtClean="0">
              <a:latin typeface="+mj-lt"/>
            </a:rPr>
            <a:t>Analyzing &amp; learning from</a:t>
          </a:r>
        </a:p>
        <a:p>
          <a:r>
            <a:rPr lang="en-US" dirty="0" smtClean="0">
              <a:latin typeface="+mj-lt"/>
            </a:rPr>
            <a:t> patterns, correlations &amp;</a:t>
          </a:r>
        </a:p>
        <a:p>
          <a:r>
            <a:rPr lang="en-US" dirty="0" smtClean="0">
              <a:latin typeface="+mj-lt"/>
            </a:rPr>
            <a:t> trends</a:t>
          </a:r>
          <a:endParaRPr lang="en-US" dirty="0">
            <a:latin typeface="+mj-lt"/>
          </a:endParaRPr>
        </a:p>
      </dgm:t>
    </dgm:pt>
    <dgm:pt modelId="{74FF36ED-3B70-4449-96CC-78053F303095}" type="parTrans" cxnId="{E00BBE61-9D11-4F1B-9DF0-39F07190D27E}">
      <dgm:prSet/>
      <dgm:spPr/>
      <dgm:t>
        <a:bodyPr/>
        <a:lstStyle/>
        <a:p>
          <a:endParaRPr lang="en-US"/>
        </a:p>
      </dgm:t>
    </dgm:pt>
    <dgm:pt modelId="{7FBBAEE9-F6B7-4CE5-97C9-6FE1636124DF}" type="sibTrans" cxnId="{E00BBE61-9D11-4F1B-9DF0-39F07190D27E}">
      <dgm:prSet/>
      <dgm:spPr>
        <a:solidFill>
          <a:schemeClr val="bg1"/>
        </a:solidFill>
      </dgm:spPr>
      <dgm:t>
        <a:bodyPr/>
        <a:lstStyle/>
        <a:p>
          <a:endParaRPr lang="en-US"/>
        </a:p>
      </dgm:t>
    </dgm:pt>
    <dgm:pt modelId="{BDE82A25-B620-4445-BAB0-2E9ADD71B548}">
      <dgm:prSet phldrT="[Text]"/>
      <dgm:spPr>
        <a:solidFill>
          <a:srgbClr val="63B7C6"/>
        </a:solidFill>
      </dgm:spPr>
      <dgm:t>
        <a:bodyPr/>
        <a:lstStyle/>
        <a:p>
          <a:r>
            <a:rPr lang="en-US" dirty="0" smtClean="0">
              <a:latin typeface="+mj-lt"/>
            </a:rPr>
            <a:t>Building</a:t>
          </a:r>
        </a:p>
        <a:p>
          <a:r>
            <a:rPr lang="en-US" dirty="0" smtClean="0">
              <a:latin typeface="+mj-lt"/>
            </a:rPr>
            <a:t>‘Learner Models’</a:t>
          </a:r>
        </a:p>
        <a:p>
          <a:r>
            <a:rPr lang="en-US" dirty="0" smtClean="0">
              <a:latin typeface="+mj-lt"/>
            </a:rPr>
            <a:t>to capture the unique</a:t>
          </a:r>
        </a:p>
        <a:p>
          <a:r>
            <a:rPr lang="en-US" dirty="0" smtClean="0">
              <a:latin typeface="+mj-lt"/>
            </a:rPr>
            <a:t> characteristics of each</a:t>
          </a:r>
        </a:p>
        <a:p>
          <a:r>
            <a:rPr lang="en-US" dirty="0" smtClean="0">
              <a:latin typeface="+mj-lt"/>
            </a:rPr>
            <a:t> learner</a:t>
          </a:r>
          <a:endParaRPr lang="en-US" dirty="0">
            <a:latin typeface="+mj-lt"/>
          </a:endParaRPr>
        </a:p>
      </dgm:t>
    </dgm:pt>
    <dgm:pt modelId="{9114D64A-A925-42BF-8710-43458B6D9469}" type="parTrans" cxnId="{96BB443B-0AD8-4720-809A-C13C3C95C5DB}">
      <dgm:prSet/>
      <dgm:spPr/>
      <dgm:t>
        <a:bodyPr/>
        <a:lstStyle/>
        <a:p>
          <a:endParaRPr lang="en-US"/>
        </a:p>
      </dgm:t>
    </dgm:pt>
    <dgm:pt modelId="{D985A25E-8F7E-477F-ADA1-C90AFD6EEE98}" type="sibTrans" cxnId="{96BB443B-0AD8-4720-809A-C13C3C95C5DB}">
      <dgm:prSet/>
      <dgm:spPr/>
      <dgm:t>
        <a:bodyPr/>
        <a:lstStyle/>
        <a:p>
          <a:endParaRPr lang="en-US"/>
        </a:p>
      </dgm:t>
    </dgm:pt>
    <dgm:pt modelId="{7891C6B6-A05D-4F68-B9A6-4ACA7D6FD080}" type="pres">
      <dgm:prSet presAssocID="{726E60EA-B6CA-4AD4-867B-2F3204A5ACAD}" presName="Name0" presStyleCnt="0">
        <dgm:presLayoutVars>
          <dgm:dir/>
          <dgm:resizeHandles val="exact"/>
        </dgm:presLayoutVars>
      </dgm:prSet>
      <dgm:spPr/>
    </dgm:pt>
    <dgm:pt modelId="{C9551E02-1D7A-48DE-A8ED-2D94138061BA}" type="pres">
      <dgm:prSet presAssocID="{25BE6AD4-4334-4EA7-A4C1-A44366DBDD2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30BF48-1DBC-44A7-AC2A-6722D25D86D4}" type="pres">
      <dgm:prSet presAssocID="{9B20B097-5248-4EBE-A7A6-02B36C6CC316}" presName="sibTrans" presStyleLbl="sibTrans2D1" presStyleIdx="0" presStyleCnt="2" custScaleX="166103"/>
      <dgm:spPr/>
      <dgm:t>
        <a:bodyPr/>
        <a:lstStyle/>
        <a:p>
          <a:endParaRPr lang="en-US"/>
        </a:p>
      </dgm:t>
    </dgm:pt>
    <dgm:pt modelId="{3C6B691A-7EA2-49BA-99B2-913A68601895}" type="pres">
      <dgm:prSet presAssocID="{9B20B097-5248-4EBE-A7A6-02B36C6CC316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9545FB7F-D2DD-47ED-91A6-87462A93FA1D}" type="pres">
      <dgm:prSet presAssocID="{981BB694-3B00-4564-9A2B-7600E038A2B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7517B2-E7F3-4451-8FFF-B4BA9EB3BC19}" type="pres">
      <dgm:prSet presAssocID="{7FBBAEE9-F6B7-4CE5-97C9-6FE1636124DF}" presName="sibTrans" presStyleLbl="sibTrans2D1" presStyleIdx="1" presStyleCnt="2" custScaleX="162100" custLinFactNeighborY="5920"/>
      <dgm:spPr/>
      <dgm:t>
        <a:bodyPr/>
        <a:lstStyle/>
        <a:p>
          <a:endParaRPr lang="en-US"/>
        </a:p>
      </dgm:t>
    </dgm:pt>
    <dgm:pt modelId="{980D86CD-316E-4355-8653-FAB99CBCD2FD}" type="pres">
      <dgm:prSet presAssocID="{7FBBAEE9-F6B7-4CE5-97C9-6FE1636124DF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F3208608-30C8-4479-90A7-B7CCC52AB7B2}" type="pres">
      <dgm:prSet presAssocID="{BDE82A25-B620-4445-BAB0-2E9ADD71B548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71F3220-357D-44FB-A1D4-C2E743A659CF}" srcId="{726E60EA-B6CA-4AD4-867B-2F3204A5ACAD}" destId="{25BE6AD4-4334-4EA7-A4C1-A44366DBDD25}" srcOrd="0" destOrd="0" parTransId="{4AAEF597-78F0-4C90-A3C3-41C2B84E13D0}" sibTransId="{9B20B097-5248-4EBE-A7A6-02B36C6CC316}"/>
    <dgm:cxn modelId="{0D6E3133-D952-4D72-904F-6A48AAE1BF87}" type="presOf" srcId="{25BE6AD4-4334-4EA7-A4C1-A44366DBDD25}" destId="{C9551E02-1D7A-48DE-A8ED-2D94138061BA}" srcOrd="0" destOrd="0" presId="urn:microsoft.com/office/officeart/2005/8/layout/process1"/>
    <dgm:cxn modelId="{C330C86D-0B8F-47F0-964D-F4C546EA019D}" type="presOf" srcId="{7FBBAEE9-F6B7-4CE5-97C9-6FE1636124DF}" destId="{D57517B2-E7F3-4451-8FFF-B4BA9EB3BC19}" srcOrd="0" destOrd="0" presId="urn:microsoft.com/office/officeart/2005/8/layout/process1"/>
    <dgm:cxn modelId="{A68DF3B6-007D-4AC6-BDFA-4F666E58F0BD}" type="presOf" srcId="{726E60EA-B6CA-4AD4-867B-2F3204A5ACAD}" destId="{7891C6B6-A05D-4F68-B9A6-4ACA7D6FD080}" srcOrd="0" destOrd="0" presId="urn:microsoft.com/office/officeart/2005/8/layout/process1"/>
    <dgm:cxn modelId="{8985DB94-3599-4B24-883E-C7CD95505D14}" type="presOf" srcId="{981BB694-3B00-4564-9A2B-7600E038A2BC}" destId="{9545FB7F-D2DD-47ED-91A6-87462A93FA1D}" srcOrd="0" destOrd="0" presId="urn:microsoft.com/office/officeart/2005/8/layout/process1"/>
    <dgm:cxn modelId="{E00BBE61-9D11-4F1B-9DF0-39F07190D27E}" srcId="{726E60EA-B6CA-4AD4-867B-2F3204A5ACAD}" destId="{981BB694-3B00-4564-9A2B-7600E038A2BC}" srcOrd="1" destOrd="0" parTransId="{74FF36ED-3B70-4449-96CC-78053F303095}" sibTransId="{7FBBAEE9-F6B7-4CE5-97C9-6FE1636124DF}"/>
    <dgm:cxn modelId="{66A020CA-A980-4FF0-9D52-65D9629DB518}" type="presOf" srcId="{9B20B097-5248-4EBE-A7A6-02B36C6CC316}" destId="{9330BF48-1DBC-44A7-AC2A-6722D25D86D4}" srcOrd="0" destOrd="0" presId="urn:microsoft.com/office/officeart/2005/8/layout/process1"/>
    <dgm:cxn modelId="{7670F7D9-D2BD-4824-9EDA-380E33EFBA86}" type="presOf" srcId="{BDE82A25-B620-4445-BAB0-2E9ADD71B548}" destId="{F3208608-30C8-4479-90A7-B7CCC52AB7B2}" srcOrd="0" destOrd="0" presId="urn:microsoft.com/office/officeart/2005/8/layout/process1"/>
    <dgm:cxn modelId="{0EF7C5F0-69D4-4375-AD5D-07A584967E2E}" type="presOf" srcId="{7FBBAEE9-F6B7-4CE5-97C9-6FE1636124DF}" destId="{980D86CD-316E-4355-8653-FAB99CBCD2FD}" srcOrd="1" destOrd="0" presId="urn:microsoft.com/office/officeart/2005/8/layout/process1"/>
    <dgm:cxn modelId="{5FF28980-E8C6-4222-8F54-278EC585D90E}" type="presOf" srcId="{9B20B097-5248-4EBE-A7A6-02B36C6CC316}" destId="{3C6B691A-7EA2-49BA-99B2-913A68601895}" srcOrd="1" destOrd="0" presId="urn:microsoft.com/office/officeart/2005/8/layout/process1"/>
    <dgm:cxn modelId="{96BB443B-0AD8-4720-809A-C13C3C95C5DB}" srcId="{726E60EA-B6CA-4AD4-867B-2F3204A5ACAD}" destId="{BDE82A25-B620-4445-BAB0-2E9ADD71B548}" srcOrd="2" destOrd="0" parTransId="{9114D64A-A925-42BF-8710-43458B6D9469}" sibTransId="{D985A25E-8F7E-477F-ADA1-C90AFD6EEE98}"/>
    <dgm:cxn modelId="{E8156683-D375-4A66-8A55-C26E16F5C4CC}" type="presParOf" srcId="{7891C6B6-A05D-4F68-B9A6-4ACA7D6FD080}" destId="{C9551E02-1D7A-48DE-A8ED-2D94138061BA}" srcOrd="0" destOrd="0" presId="urn:microsoft.com/office/officeart/2005/8/layout/process1"/>
    <dgm:cxn modelId="{87C85836-3451-4B3B-B7C1-C17F3BB1F115}" type="presParOf" srcId="{7891C6B6-A05D-4F68-B9A6-4ACA7D6FD080}" destId="{9330BF48-1DBC-44A7-AC2A-6722D25D86D4}" srcOrd="1" destOrd="0" presId="urn:microsoft.com/office/officeart/2005/8/layout/process1"/>
    <dgm:cxn modelId="{2EEB7892-72E5-4BAB-AFF1-9B9B31A2C8EC}" type="presParOf" srcId="{9330BF48-1DBC-44A7-AC2A-6722D25D86D4}" destId="{3C6B691A-7EA2-49BA-99B2-913A68601895}" srcOrd="0" destOrd="0" presId="urn:microsoft.com/office/officeart/2005/8/layout/process1"/>
    <dgm:cxn modelId="{08A0F99F-E613-4ABA-9F42-14D110121CA3}" type="presParOf" srcId="{7891C6B6-A05D-4F68-B9A6-4ACA7D6FD080}" destId="{9545FB7F-D2DD-47ED-91A6-87462A93FA1D}" srcOrd="2" destOrd="0" presId="urn:microsoft.com/office/officeart/2005/8/layout/process1"/>
    <dgm:cxn modelId="{E0EAF98C-8537-4353-B9E1-05154433B429}" type="presParOf" srcId="{7891C6B6-A05D-4F68-B9A6-4ACA7D6FD080}" destId="{D57517B2-E7F3-4451-8FFF-B4BA9EB3BC19}" srcOrd="3" destOrd="0" presId="urn:microsoft.com/office/officeart/2005/8/layout/process1"/>
    <dgm:cxn modelId="{73059BF9-A340-475A-B2C1-BCACBA93F287}" type="presParOf" srcId="{D57517B2-E7F3-4451-8FFF-B4BA9EB3BC19}" destId="{980D86CD-316E-4355-8653-FAB99CBCD2FD}" srcOrd="0" destOrd="0" presId="urn:microsoft.com/office/officeart/2005/8/layout/process1"/>
    <dgm:cxn modelId="{BB3C6B55-77F6-46E0-AD1F-D0D88D841B92}" type="presParOf" srcId="{7891C6B6-A05D-4F68-B9A6-4ACA7D6FD080}" destId="{F3208608-30C8-4479-90A7-B7CCC52AB7B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5DF6C9-DB37-420E-BBF3-1B8E502D387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561E3E-BC73-4CAA-923D-B42A6E9A19D8}">
      <dgm:prSet phldrT="[Text]"/>
      <dgm:spPr>
        <a:noFill/>
        <a:ln>
          <a:solidFill>
            <a:srgbClr val="0C75AC"/>
          </a:solidFill>
        </a:ln>
      </dgm:spPr>
      <dgm:t>
        <a:bodyPr/>
        <a:lstStyle/>
        <a:p>
          <a:r>
            <a:rPr lang="en-US" dirty="0" smtClean="0">
              <a:latin typeface="+mj-lt"/>
            </a:rPr>
            <a:t>User-Based Recommendations</a:t>
          </a:r>
          <a:endParaRPr lang="en-US" dirty="0">
            <a:latin typeface="+mj-lt"/>
          </a:endParaRPr>
        </a:p>
      </dgm:t>
    </dgm:pt>
    <dgm:pt modelId="{76081634-A3AB-4031-B622-71D5C9AEDAB4}" type="parTrans" cxnId="{F7F500E2-557C-4714-AEE6-4943BA739ACC}">
      <dgm:prSet/>
      <dgm:spPr/>
      <dgm:t>
        <a:bodyPr/>
        <a:lstStyle/>
        <a:p>
          <a:endParaRPr lang="en-US"/>
        </a:p>
      </dgm:t>
    </dgm:pt>
    <dgm:pt modelId="{4BFA8581-9342-4902-A710-D70868757DB3}" type="sibTrans" cxnId="{F7F500E2-557C-4714-AEE6-4943BA739ACC}">
      <dgm:prSet/>
      <dgm:spPr/>
      <dgm:t>
        <a:bodyPr/>
        <a:lstStyle/>
        <a:p>
          <a:endParaRPr lang="en-US"/>
        </a:p>
      </dgm:t>
    </dgm:pt>
    <dgm:pt modelId="{17104145-4A59-4323-8B11-5CBE40A747CE}">
      <dgm:prSet phldrT="[Text]"/>
      <dgm:spPr>
        <a:noFill/>
        <a:ln>
          <a:solidFill>
            <a:srgbClr val="0C75AC"/>
          </a:solidFill>
        </a:ln>
      </dgm:spPr>
      <dgm:t>
        <a:bodyPr/>
        <a:lstStyle/>
        <a:p>
          <a:r>
            <a:rPr lang="en-US" dirty="0" smtClean="0">
              <a:latin typeface="+mj-lt"/>
            </a:rPr>
            <a:t>Item-Based Recommendations</a:t>
          </a:r>
          <a:endParaRPr lang="en-US" dirty="0">
            <a:latin typeface="+mj-lt"/>
          </a:endParaRPr>
        </a:p>
      </dgm:t>
    </dgm:pt>
    <dgm:pt modelId="{3324FE2A-FD76-4B77-B4C4-C4C459188A51}" type="parTrans" cxnId="{1EB6F191-CF15-47B8-A9CC-55CB6848C043}">
      <dgm:prSet/>
      <dgm:spPr/>
      <dgm:t>
        <a:bodyPr/>
        <a:lstStyle/>
        <a:p>
          <a:endParaRPr lang="en-US"/>
        </a:p>
      </dgm:t>
    </dgm:pt>
    <dgm:pt modelId="{DAC2FFF6-8E9B-437B-A93C-0CF3C0BDCABC}" type="sibTrans" cxnId="{1EB6F191-CF15-47B8-A9CC-55CB6848C043}">
      <dgm:prSet/>
      <dgm:spPr/>
      <dgm:t>
        <a:bodyPr/>
        <a:lstStyle/>
        <a:p>
          <a:endParaRPr lang="en-US"/>
        </a:p>
      </dgm:t>
    </dgm:pt>
    <dgm:pt modelId="{AAB4F69E-5341-4513-886A-90FE5928626C}">
      <dgm:prSet phldrT="[Text]"/>
      <dgm:spPr>
        <a:noFill/>
        <a:ln>
          <a:solidFill>
            <a:srgbClr val="0C75AC"/>
          </a:solidFill>
        </a:ln>
      </dgm:spPr>
      <dgm:t>
        <a:bodyPr/>
        <a:lstStyle/>
        <a:p>
          <a:r>
            <a:rPr lang="en-US" dirty="0" smtClean="0">
              <a:latin typeface="+mj-lt"/>
            </a:rPr>
            <a:t>Hybrid Recommendations</a:t>
          </a:r>
          <a:endParaRPr lang="en-US" dirty="0">
            <a:latin typeface="+mj-lt"/>
          </a:endParaRPr>
        </a:p>
      </dgm:t>
    </dgm:pt>
    <dgm:pt modelId="{2FF26DA8-4933-4178-AB45-B770309B9769}" type="parTrans" cxnId="{79630ECB-35EF-4DED-89B7-065913B75B6D}">
      <dgm:prSet/>
      <dgm:spPr/>
      <dgm:t>
        <a:bodyPr/>
        <a:lstStyle/>
        <a:p>
          <a:endParaRPr lang="en-US"/>
        </a:p>
      </dgm:t>
    </dgm:pt>
    <dgm:pt modelId="{36908148-FF51-4BD5-9320-4D07E04996AB}" type="sibTrans" cxnId="{79630ECB-35EF-4DED-89B7-065913B75B6D}">
      <dgm:prSet/>
      <dgm:spPr/>
      <dgm:t>
        <a:bodyPr/>
        <a:lstStyle/>
        <a:p>
          <a:endParaRPr lang="en-US"/>
        </a:p>
      </dgm:t>
    </dgm:pt>
    <dgm:pt modelId="{10EA46B3-B3E9-4923-B313-F1FABD5AD11E}" type="pres">
      <dgm:prSet presAssocID="{1A5DF6C9-DB37-420E-BBF3-1B8E502D3874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29AA49B7-22F5-41F8-841A-1A973A58E54D}" type="pres">
      <dgm:prSet presAssocID="{1A5DF6C9-DB37-420E-BBF3-1B8E502D3874}" presName="Name1" presStyleCnt="0"/>
      <dgm:spPr/>
    </dgm:pt>
    <dgm:pt modelId="{B02693C1-0518-4994-B41D-A5488ABFDBDD}" type="pres">
      <dgm:prSet presAssocID="{1A5DF6C9-DB37-420E-BBF3-1B8E502D3874}" presName="cycle" presStyleCnt="0"/>
      <dgm:spPr/>
    </dgm:pt>
    <dgm:pt modelId="{40E2BA6C-72E2-4346-86FC-6E64B8762A83}" type="pres">
      <dgm:prSet presAssocID="{1A5DF6C9-DB37-420E-BBF3-1B8E502D3874}" presName="srcNode" presStyleLbl="node1" presStyleIdx="0" presStyleCnt="3"/>
      <dgm:spPr/>
    </dgm:pt>
    <dgm:pt modelId="{20CA72B5-2E42-468B-8CD2-9202BD753C82}" type="pres">
      <dgm:prSet presAssocID="{1A5DF6C9-DB37-420E-BBF3-1B8E502D3874}" presName="conn" presStyleLbl="parChTrans1D2" presStyleIdx="0" presStyleCnt="1"/>
      <dgm:spPr/>
      <dgm:t>
        <a:bodyPr/>
        <a:lstStyle/>
        <a:p>
          <a:endParaRPr lang="en-US"/>
        </a:p>
      </dgm:t>
    </dgm:pt>
    <dgm:pt modelId="{DFC3AABD-F97F-4BDC-86C6-EF24B5829D5D}" type="pres">
      <dgm:prSet presAssocID="{1A5DF6C9-DB37-420E-BBF3-1B8E502D3874}" presName="extraNode" presStyleLbl="node1" presStyleIdx="0" presStyleCnt="3"/>
      <dgm:spPr/>
    </dgm:pt>
    <dgm:pt modelId="{0A394772-3189-40F8-AAA4-1DC3E06DE6BD}" type="pres">
      <dgm:prSet presAssocID="{1A5DF6C9-DB37-420E-BBF3-1B8E502D3874}" presName="dstNode" presStyleLbl="node1" presStyleIdx="0" presStyleCnt="3"/>
      <dgm:spPr/>
    </dgm:pt>
    <dgm:pt modelId="{282B6F17-04F0-4AB3-8CEF-985CF6F97627}" type="pres">
      <dgm:prSet presAssocID="{CA561E3E-BC73-4CAA-923D-B42A6E9A19D8}" presName="text_1" presStyleLbl="node1" presStyleIdx="0" presStyleCnt="3" custLinFactNeighborX="-154" custLinFactNeighborY="155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C6ECB-D36D-4075-AAAD-DF562DE30D43}" type="pres">
      <dgm:prSet presAssocID="{CA561E3E-BC73-4CAA-923D-B42A6E9A19D8}" presName="accent_1" presStyleCnt="0"/>
      <dgm:spPr/>
    </dgm:pt>
    <dgm:pt modelId="{A4CEBBA5-BA18-4E13-9B07-ED098194B68B}" type="pres">
      <dgm:prSet presAssocID="{CA561E3E-BC73-4CAA-923D-B42A6E9A19D8}" presName="accentRepeatNode" presStyleLbl="solidFgAcc1" presStyleIdx="0" presStyleCnt="3" custLinFactNeighborX="-830" custLinFactNeighborY="1396"/>
      <dgm:spPr>
        <a:noFill/>
        <a:ln>
          <a:noFill/>
        </a:ln>
      </dgm:spPr>
    </dgm:pt>
    <dgm:pt modelId="{8ABC96C0-7E85-44C6-9E64-3518A74346E4}" type="pres">
      <dgm:prSet presAssocID="{17104145-4A59-4323-8B11-5CBE40A747CE}" presName="text_2" presStyleLbl="node1" presStyleIdx="1" presStyleCnt="3" custLinFactNeighborX="473" custLinFactNeighborY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5D1F2E-1412-47DF-BBAD-11643CAACB0E}" type="pres">
      <dgm:prSet presAssocID="{17104145-4A59-4323-8B11-5CBE40A747CE}" presName="accent_2" presStyleCnt="0"/>
      <dgm:spPr/>
    </dgm:pt>
    <dgm:pt modelId="{5E8F9F5B-3691-4138-BF6F-4C2047F4145F}" type="pres">
      <dgm:prSet presAssocID="{17104145-4A59-4323-8B11-5CBE40A747CE}" presName="accentRepeatNode" presStyleLbl="solidFgAcc1" presStyleIdx="1" presStyleCnt="3" custLinFactNeighborX="2411"/>
      <dgm:spPr>
        <a:noFill/>
        <a:ln>
          <a:noFill/>
        </a:ln>
      </dgm:spPr>
    </dgm:pt>
    <dgm:pt modelId="{CFAE3B5E-23F2-4B47-9F82-6559D7AB65DF}" type="pres">
      <dgm:prSet presAssocID="{AAB4F69E-5341-4513-886A-90FE5928626C}" presName="text_3" presStyleLbl="node1" presStyleIdx="2" presStyleCnt="3" custLinFactNeighborX="-15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2FF5BB-3DC1-48B8-A3D9-11D7A1042CB0}" type="pres">
      <dgm:prSet presAssocID="{AAB4F69E-5341-4513-886A-90FE5928626C}" presName="accent_3" presStyleCnt="0"/>
      <dgm:spPr/>
    </dgm:pt>
    <dgm:pt modelId="{FD9435E0-1877-479F-94AF-F670BC658339}" type="pres">
      <dgm:prSet presAssocID="{AAB4F69E-5341-4513-886A-90FE5928626C}" presName="accentRepeatNode" presStyleLbl="solidFgAcc1" presStyleIdx="2" presStyleCnt="3" custLinFactNeighborX="-830"/>
      <dgm:spPr>
        <a:noFill/>
        <a:ln>
          <a:noFill/>
        </a:ln>
      </dgm:spPr>
    </dgm:pt>
  </dgm:ptLst>
  <dgm:cxnLst>
    <dgm:cxn modelId="{F7F500E2-557C-4714-AEE6-4943BA739ACC}" srcId="{1A5DF6C9-DB37-420E-BBF3-1B8E502D3874}" destId="{CA561E3E-BC73-4CAA-923D-B42A6E9A19D8}" srcOrd="0" destOrd="0" parTransId="{76081634-A3AB-4031-B622-71D5C9AEDAB4}" sibTransId="{4BFA8581-9342-4902-A710-D70868757DB3}"/>
    <dgm:cxn modelId="{B9ED2AEB-6056-4D84-824B-8210F6A0A6E5}" type="presOf" srcId="{17104145-4A59-4323-8B11-5CBE40A747CE}" destId="{8ABC96C0-7E85-44C6-9E64-3518A74346E4}" srcOrd="0" destOrd="0" presId="urn:microsoft.com/office/officeart/2008/layout/VerticalCurvedList"/>
    <dgm:cxn modelId="{DC87F3D6-97FC-430A-8FBF-328E3D87109E}" type="presOf" srcId="{CA561E3E-BC73-4CAA-923D-B42A6E9A19D8}" destId="{282B6F17-04F0-4AB3-8CEF-985CF6F97627}" srcOrd="0" destOrd="0" presId="urn:microsoft.com/office/officeart/2008/layout/VerticalCurvedList"/>
    <dgm:cxn modelId="{F91C6DE0-FECC-4CAF-B0AB-12F141EE2B20}" type="presOf" srcId="{1A5DF6C9-DB37-420E-BBF3-1B8E502D3874}" destId="{10EA46B3-B3E9-4923-B313-F1FABD5AD11E}" srcOrd="0" destOrd="0" presId="urn:microsoft.com/office/officeart/2008/layout/VerticalCurvedList"/>
    <dgm:cxn modelId="{1EB6F191-CF15-47B8-A9CC-55CB6848C043}" srcId="{1A5DF6C9-DB37-420E-BBF3-1B8E502D3874}" destId="{17104145-4A59-4323-8B11-5CBE40A747CE}" srcOrd="1" destOrd="0" parTransId="{3324FE2A-FD76-4B77-B4C4-C4C459188A51}" sibTransId="{DAC2FFF6-8E9B-437B-A93C-0CF3C0BDCABC}"/>
    <dgm:cxn modelId="{9C5C32BD-C29A-4379-8CEF-712CF5929B7A}" type="presOf" srcId="{4BFA8581-9342-4902-A710-D70868757DB3}" destId="{20CA72B5-2E42-468B-8CD2-9202BD753C82}" srcOrd="0" destOrd="0" presId="urn:microsoft.com/office/officeart/2008/layout/VerticalCurvedList"/>
    <dgm:cxn modelId="{FA10CE35-86A3-4C7E-BA7C-79635085E0C7}" type="presOf" srcId="{AAB4F69E-5341-4513-886A-90FE5928626C}" destId="{CFAE3B5E-23F2-4B47-9F82-6559D7AB65DF}" srcOrd="0" destOrd="0" presId="urn:microsoft.com/office/officeart/2008/layout/VerticalCurvedList"/>
    <dgm:cxn modelId="{79630ECB-35EF-4DED-89B7-065913B75B6D}" srcId="{1A5DF6C9-DB37-420E-BBF3-1B8E502D3874}" destId="{AAB4F69E-5341-4513-886A-90FE5928626C}" srcOrd="2" destOrd="0" parTransId="{2FF26DA8-4933-4178-AB45-B770309B9769}" sibTransId="{36908148-FF51-4BD5-9320-4D07E04996AB}"/>
    <dgm:cxn modelId="{6945ACFE-82BD-41C2-9B64-35BAA59318F8}" type="presParOf" srcId="{10EA46B3-B3E9-4923-B313-F1FABD5AD11E}" destId="{29AA49B7-22F5-41F8-841A-1A973A58E54D}" srcOrd="0" destOrd="0" presId="urn:microsoft.com/office/officeart/2008/layout/VerticalCurvedList"/>
    <dgm:cxn modelId="{4AE6B2EE-7299-4C26-A8C4-A3171B651503}" type="presParOf" srcId="{29AA49B7-22F5-41F8-841A-1A973A58E54D}" destId="{B02693C1-0518-4994-B41D-A5488ABFDBDD}" srcOrd="0" destOrd="0" presId="urn:microsoft.com/office/officeart/2008/layout/VerticalCurvedList"/>
    <dgm:cxn modelId="{91F1936F-F9DF-4177-9023-0B2198994C12}" type="presParOf" srcId="{B02693C1-0518-4994-B41D-A5488ABFDBDD}" destId="{40E2BA6C-72E2-4346-86FC-6E64B8762A83}" srcOrd="0" destOrd="0" presId="urn:microsoft.com/office/officeart/2008/layout/VerticalCurvedList"/>
    <dgm:cxn modelId="{40551AE4-E37A-4754-8635-6C4947626A32}" type="presParOf" srcId="{B02693C1-0518-4994-B41D-A5488ABFDBDD}" destId="{20CA72B5-2E42-468B-8CD2-9202BD753C82}" srcOrd="1" destOrd="0" presId="urn:microsoft.com/office/officeart/2008/layout/VerticalCurvedList"/>
    <dgm:cxn modelId="{267E6946-EC52-4C65-BF42-EF6AA01DC1E3}" type="presParOf" srcId="{B02693C1-0518-4994-B41D-A5488ABFDBDD}" destId="{DFC3AABD-F97F-4BDC-86C6-EF24B5829D5D}" srcOrd="2" destOrd="0" presId="urn:microsoft.com/office/officeart/2008/layout/VerticalCurvedList"/>
    <dgm:cxn modelId="{DCEE8851-4709-4667-B51D-09EE1C977CAE}" type="presParOf" srcId="{B02693C1-0518-4994-B41D-A5488ABFDBDD}" destId="{0A394772-3189-40F8-AAA4-1DC3E06DE6BD}" srcOrd="3" destOrd="0" presId="urn:microsoft.com/office/officeart/2008/layout/VerticalCurvedList"/>
    <dgm:cxn modelId="{2DA13A41-F428-48F5-999D-D5506A94EF0E}" type="presParOf" srcId="{29AA49B7-22F5-41F8-841A-1A973A58E54D}" destId="{282B6F17-04F0-4AB3-8CEF-985CF6F97627}" srcOrd="1" destOrd="0" presId="urn:microsoft.com/office/officeart/2008/layout/VerticalCurvedList"/>
    <dgm:cxn modelId="{08D2330E-CA61-4250-A7DD-86E97AA38831}" type="presParOf" srcId="{29AA49B7-22F5-41F8-841A-1A973A58E54D}" destId="{556C6ECB-D36D-4075-AAAD-DF562DE30D43}" srcOrd="2" destOrd="0" presId="urn:microsoft.com/office/officeart/2008/layout/VerticalCurvedList"/>
    <dgm:cxn modelId="{6D8D3598-D569-4B21-A0F0-77B70B850F2F}" type="presParOf" srcId="{556C6ECB-D36D-4075-AAAD-DF562DE30D43}" destId="{A4CEBBA5-BA18-4E13-9B07-ED098194B68B}" srcOrd="0" destOrd="0" presId="urn:microsoft.com/office/officeart/2008/layout/VerticalCurvedList"/>
    <dgm:cxn modelId="{84C9D2D6-1D71-4E36-A272-BCA8FC9D5F13}" type="presParOf" srcId="{29AA49B7-22F5-41F8-841A-1A973A58E54D}" destId="{8ABC96C0-7E85-44C6-9E64-3518A74346E4}" srcOrd="3" destOrd="0" presId="urn:microsoft.com/office/officeart/2008/layout/VerticalCurvedList"/>
    <dgm:cxn modelId="{445F25F7-825B-44F1-80C2-FEBEEEDFB6E0}" type="presParOf" srcId="{29AA49B7-22F5-41F8-841A-1A973A58E54D}" destId="{DF5D1F2E-1412-47DF-BBAD-11643CAACB0E}" srcOrd="4" destOrd="0" presId="urn:microsoft.com/office/officeart/2008/layout/VerticalCurvedList"/>
    <dgm:cxn modelId="{A3233115-41F6-43A8-B259-398889921E34}" type="presParOf" srcId="{DF5D1F2E-1412-47DF-BBAD-11643CAACB0E}" destId="{5E8F9F5B-3691-4138-BF6F-4C2047F4145F}" srcOrd="0" destOrd="0" presId="urn:microsoft.com/office/officeart/2008/layout/VerticalCurvedList"/>
    <dgm:cxn modelId="{F04F6ED1-FB00-4D32-8EEE-5AA86E697D03}" type="presParOf" srcId="{29AA49B7-22F5-41F8-841A-1A973A58E54D}" destId="{CFAE3B5E-23F2-4B47-9F82-6559D7AB65DF}" srcOrd="5" destOrd="0" presId="urn:microsoft.com/office/officeart/2008/layout/VerticalCurvedList"/>
    <dgm:cxn modelId="{BCDB1EEA-8333-432E-B439-D75A3F9E7C24}" type="presParOf" srcId="{29AA49B7-22F5-41F8-841A-1A973A58E54D}" destId="{CC2FF5BB-3DC1-48B8-A3D9-11D7A1042CB0}" srcOrd="6" destOrd="0" presId="urn:microsoft.com/office/officeart/2008/layout/VerticalCurvedList"/>
    <dgm:cxn modelId="{716A658B-646C-4DAF-8EFF-7E2805BF5652}" type="presParOf" srcId="{CC2FF5BB-3DC1-48B8-A3D9-11D7A1042CB0}" destId="{FD9435E0-1877-479F-94AF-F670BC65833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56AB7F-C4DE-4199-9812-2298E98BD3C9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7FC45D-C20F-4186-B570-69E76AF4FAD9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bg1"/>
              </a:solidFill>
              <a:latin typeface="+mj-lt"/>
            </a:rPr>
            <a:t>Focusing on the students’ characteristics in terms of</a:t>
          </a:r>
          <a:endParaRPr lang="en-US" sz="2400" dirty="0">
            <a:solidFill>
              <a:schemeClr val="bg1"/>
            </a:solidFill>
            <a:latin typeface="+mj-lt"/>
          </a:endParaRPr>
        </a:p>
      </dgm:t>
    </dgm:pt>
    <dgm:pt modelId="{3BC81F6E-CCC0-4EE7-B631-D1D69A5580E1}" type="parTrans" cxnId="{E210B9FC-7406-4F18-AFB0-8DF9673B19F1}">
      <dgm:prSet/>
      <dgm:spPr/>
      <dgm:t>
        <a:bodyPr/>
        <a:lstStyle/>
        <a:p>
          <a:endParaRPr lang="en-US"/>
        </a:p>
      </dgm:t>
    </dgm:pt>
    <dgm:pt modelId="{115FCACB-ED66-48A6-861E-55074D4827F8}" type="sibTrans" cxnId="{E210B9FC-7406-4F18-AFB0-8DF9673B19F1}">
      <dgm:prSet/>
      <dgm:spPr/>
      <dgm:t>
        <a:bodyPr/>
        <a:lstStyle/>
        <a:p>
          <a:endParaRPr lang="en-US"/>
        </a:p>
      </dgm:t>
    </dgm:pt>
    <dgm:pt modelId="{4CA8CFA7-B1F8-4560-A4F9-BCD15E1B79A5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bg1"/>
              </a:solidFill>
              <a:latin typeface="+mj-lt"/>
            </a:rPr>
            <a:t>Preferences</a:t>
          </a:r>
          <a:endParaRPr lang="en-US" sz="2400" dirty="0">
            <a:solidFill>
              <a:schemeClr val="bg1"/>
            </a:solidFill>
            <a:latin typeface="+mj-lt"/>
          </a:endParaRPr>
        </a:p>
      </dgm:t>
    </dgm:pt>
    <dgm:pt modelId="{2265E288-542C-434A-920E-AC521D954280}" type="parTrans" cxnId="{30B141DE-65AF-4BA8-A8D1-482F9E4AAF2B}">
      <dgm:prSet/>
      <dgm:spPr/>
      <dgm:t>
        <a:bodyPr/>
        <a:lstStyle/>
        <a:p>
          <a:endParaRPr lang="en-US"/>
        </a:p>
      </dgm:t>
    </dgm:pt>
    <dgm:pt modelId="{82FA980C-2EBC-4ABC-A88B-9FAB847D0F34}" type="sibTrans" cxnId="{30B141DE-65AF-4BA8-A8D1-482F9E4AAF2B}">
      <dgm:prSet/>
      <dgm:spPr/>
      <dgm:t>
        <a:bodyPr/>
        <a:lstStyle/>
        <a:p>
          <a:endParaRPr lang="en-US"/>
        </a:p>
      </dgm:t>
    </dgm:pt>
    <dgm:pt modelId="{83A6CDD0-D025-420C-AA72-2D2749CDE930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bg1"/>
              </a:solidFill>
              <a:latin typeface="+mj-lt"/>
            </a:rPr>
            <a:t>Levels of study</a:t>
          </a:r>
          <a:endParaRPr lang="en-US" sz="2400" dirty="0">
            <a:solidFill>
              <a:schemeClr val="bg1"/>
            </a:solidFill>
            <a:latin typeface="+mj-lt"/>
          </a:endParaRPr>
        </a:p>
      </dgm:t>
    </dgm:pt>
    <dgm:pt modelId="{23DB933D-AF3A-4445-BED2-470AAFBD0D08}" type="parTrans" cxnId="{70262045-A328-4218-AA22-4F5D518F6DFA}">
      <dgm:prSet/>
      <dgm:spPr/>
      <dgm:t>
        <a:bodyPr/>
        <a:lstStyle/>
        <a:p>
          <a:endParaRPr lang="en-US"/>
        </a:p>
      </dgm:t>
    </dgm:pt>
    <dgm:pt modelId="{3F4F3FEE-C95B-4F92-9860-79A87B483D52}" type="sibTrans" cxnId="{70262045-A328-4218-AA22-4F5D518F6DFA}">
      <dgm:prSet/>
      <dgm:spPr/>
      <dgm:t>
        <a:bodyPr/>
        <a:lstStyle/>
        <a:p>
          <a:endParaRPr lang="en-US"/>
        </a:p>
      </dgm:t>
    </dgm:pt>
    <dgm:pt modelId="{10F96228-7D0B-4136-80C3-90EDCC3EBFEE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bg1"/>
              </a:solidFill>
              <a:latin typeface="+mj-lt"/>
            </a:rPr>
            <a:t>Memory capacity</a:t>
          </a:r>
          <a:endParaRPr lang="en-US" sz="2400" dirty="0">
            <a:solidFill>
              <a:schemeClr val="bg1"/>
            </a:solidFill>
            <a:latin typeface="+mj-lt"/>
          </a:endParaRPr>
        </a:p>
      </dgm:t>
    </dgm:pt>
    <dgm:pt modelId="{754B7672-64FB-4E81-A3A8-AB65A81EAF5D}" type="parTrans" cxnId="{110D3018-5877-4220-B4CF-7317C417895A}">
      <dgm:prSet/>
      <dgm:spPr/>
      <dgm:t>
        <a:bodyPr/>
        <a:lstStyle/>
        <a:p>
          <a:endParaRPr lang="en-US"/>
        </a:p>
      </dgm:t>
    </dgm:pt>
    <dgm:pt modelId="{5A6D2D96-1617-4D7B-9FFF-1D396CBC89D7}" type="sibTrans" cxnId="{110D3018-5877-4220-B4CF-7317C417895A}">
      <dgm:prSet/>
      <dgm:spPr/>
      <dgm:t>
        <a:bodyPr/>
        <a:lstStyle/>
        <a:p>
          <a:endParaRPr lang="en-US"/>
        </a:p>
      </dgm:t>
    </dgm:pt>
    <dgm:pt modelId="{AAA884E1-AA71-4BDB-93B9-8DC8ADF645DF}" type="pres">
      <dgm:prSet presAssocID="{9B56AB7F-C4DE-4199-9812-2298E98BD3C9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BCD9C50-100D-4666-8819-FE4A00057A58}" type="pres">
      <dgm:prSet presAssocID="{EB7FC45D-C20F-4186-B570-69E76AF4FAD9}" presName="hierRoot1" presStyleCnt="0">
        <dgm:presLayoutVars>
          <dgm:hierBranch val="init"/>
        </dgm:presLayoutVars>
      </dgm:prSet>
      <dgm:spPr/>
    </dgm:pt>
    <dgm:pt modelId="{58ACC314-6F73-4F93-951F-F78AEAC81414}" type="pres">
      <dgm:prSet presAssocID="{EB7FC45D-C20F-4186-B570-69E76AF4FAD9}" presName="rootComposite1" presStyleCnt="0"/>
      <dgm:spPr/>
    </dgm:pt>
    <dgm:pt modelId="{88C24CBA-FBA8-4CA4-B5CC-EC83AFCB0C84}" type="pres">
      <dgm:prSet presAssocID="{EB7FC45D-C20F-4186-B570-69E76AF4FAD9}" presName="rootText1" presStyleLbl="alignAcc1" presStyleIdx="0" presStyleCnt="0" custScaleX="20496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B773EB1-16C5-4FCF-B49F-28A3072BBB67}" type="pres">
      <dgm:prSet presAssocID="{EB7FC45D-C20F-4186-B570-69E76AF4FAD9}" presName="topArc1" presStyleLbl="parChTrans1D1" presStyleIdx="0" presStyleCnt="8"/>
      <dgm:spPr/>
    </dgm:pt>
    <dgm:pt modelId="{901DAB6D-E1C1-46F6-82F2-70E8EAF18E0F}" type="pres">
      <dgm:prSet presAssocID="{EB7FC45D-C20F-4186-B570-69E76AF4FAD9}" presName="bottomArc1" presStyleLbl="parChTrans1D1" presStyleIdx="1" presStyleCnt="8"/>
      <dgm:spPr/>
    </dgm:pt>
    <dgm:pt modelId="{49569416-12DB-40F4-82EC-FFB6AE6C57EF}" type="pres">
      <dgm:prSet presAssocID="{EB7FC45D-C20F-4186-B570-69E76AF4FAD9}" presName="topConnNode1" presStyleLbl="node1" presStyleIdx="0" presStyleCnt="0"/>
      <dgm:spPr/>
      <dgm:t>
        <a:bodyPr/>
        <a:lstStyle/>
        <a:p>
          <a:endParaRPr lang="en-US"/>
        </a:p>
      </dgm:t>
    </dgm:pt>
    <dgm:pt modelId="{D28276BC-726A-45EC-AEF6-C3BE7D6808A8}" type="pres">
      <dgm:prSet presAssocID="{EB7FC45D-C20F-4186-B570-69E76AF4FAD9}" presName="hierChild2" presStyleCnt="0"/>
      <dgm:spPr/>
    </dgm:pt>
    <dgm:pt modelId="{E782304D-4C30-4553-AEE7-4BC5C9B967D5}" type="pres">
      <dgm:prSet presAssocID="{2265E288-542C-434A-920E-AC521D954280}" presName="Name28" presStyleLbl="parChTrans1D2" presStyleIdx="0" presStyleCnt="3"/>
      <dgm:spPr/>
      <dgm:t>
        <a:bodyPr/>
        <a:lstStyle/>
        <a:p>
          <a:endParaRPr lang="en-US"/>
        </a:p>
      </dgm:t>
    </dgm:pt>
    <dgm:pt modelId="{E29B48A8-43E0-481A-AC07-BBC2959CDE29}" type="pres">
      <dgm:prSet presAssocID="{4CA8CFA7-B1F8-4560-A4F9-BCD15E1B79A5}" presName="hierRoot2" presStyleCnt="0">
        <dgm:presLayoutVars>
          <dgm:hierBranch val="init"/>
        </dgm:presLayoutVars>
      </dgm:prSet>
      <dgm:spPr/>
    </dgm:pt>
    <dgm:pt modelId="{10441149-EF33-45CF-9A00-6A9A98AC5CB6}" type="pres">
      <dgm:prSet presAssocID="{4CA8CFA7-B1F8-4560-A4F9-BCD15E1B79A5}" presName="rootComposite2" presStyleCnt="0"/>
      <dgm:spPr/>
    </dgm:pt>
    <dgm:pt modelId="{CC51E586-4905-4DCA-9BBF-9794F4CC4992}" type="pres">
      <dgm:prSet presAssocID="{4CA8CFA7-B1F8-4560-A4F9-BCD15E1B79A5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FCD666-B9A9-4D98-860A-6052E5838E67}" type="pres">
      <dgm:prSet presAssocID="{4CA8CFA7-B1F8-4560-A4F9-BCD15E1B79A5}" presName="topArc2" presStyleLbl="parChTrans1D1" presStyleIdx="2" presStyleCnt="8"/>
      <dgm:spPr/>
    </dgm:pt>
    <dgm:pt modelId="{AD430123-CF71-4010-A9F7-F74209DB12D1}" type="pres">
      <dgm:prSet presAssocID="{4CA8CFA7-B1F8-4560-A4F9-BCD15E1B79A5}" presName="bottomArc2" presStyleLbl="parChTrans1D1" presStyleIdx="3" presStyleCnt="8"/>
      <dgm:spPr/>
    </dgm:pt>
    <dgm:pt modelId="{388D33C8-FDEF-4F09-A010-AD76CEE2AED3}" type="pres">
      <dgm:prSet presAssocID="{4CA8CFA7-B1F8-4560-A4F9-BCD15E1B79A5}" presName="topConnNode2" presStyleLbl="node2" presStyleIdx="0" presStyleCnt="0"/>
      <dgm:spPr/>
      <dgm:t>
        <a:bodyPr/>
        <a:lstStyle/>
        <a:p>
          <a:endParaRPr lang="en-US"/>
        </a:p>
      </dgm:t>
    </dgm:pt>
    <dgm:pt modelId="{9901ABDC-35CB-4177-A367-9EBE58E71C4A}" type="pres">
      <dgm:prSet presAssocID="{4CA8CFA7-B1F8-4560-A4F9-BCD15E1B79A5}" presName="hierChild4" presStyleCnt="0"/>
      <dgm:spPr/>
    </dgm:pt>
    <dgm:pt modelId="{754C891B-E426-458E-8BB0-081BB4841B5E}" type="pres">
      <dgm:prSet presAssocID="{4CA8CFA7-B1F8-4560-A4F9-BCD15E1B79A5}" presName="hierChild5" presStyleCnt="0"/>
      <dgm:spPr/>
    </dgm:pt>
    <dgm:pt modelId="{709BFE1D-6669-424E-A80A-2873128EB2A6}" type="pres">
      <dgm:prSet presAssocID="{23DB933D-AF3A-4445-BED2-470AAFBD0D08}" presName="Name28" presStyleLbl="parChTrans1D2" presStyleIdx="1" presStyleCnt="3"/>
      <dgm:spPr/>
      <dgm:t>
        <a:bodyPr/>
        <a:lstStyle/>
        <a:p>
          <a:endParaRPr lang="en-US"/>
        </a:p>
      </dgm:t>
    </dgm:pt>
    <dgm:pt modelId="{23F81725-FA75-46BE-B6AB-8AF0D50808CE}" type="pres">
      <dgm:prSet presAssocID="{83A6CDD0-D025-420C-AA72-2D2749CDE930}" presName="hierRoot2" presStyleCnt="0">
        <dgm:presLayoutVars>
          <dgm:hierBranch val="init"/>
        </dgm:presLayoutVars>
      </dgm:prSet>
      <dgm:spPr/>
    </dgm:pt>
    <dgm:pt modelId="{653389BA-2E1D-4D08-9D42-990B3D6C695F}" type="pres">
      <dgm:prSet presAssocID="{83A6CDD0-D025-420C-AA72-2D2749CDE930}" presName="rootComposite2" presStyleCnt="0"/>
      <dgm:spPr/>
    </dgm:pt>
    <dgm:pt modelId="{FD9ADD28-C069-412D-B298-928A10D03FD6}" type="pres">
      <dgm:prSet presAssocID="{83A6CDD0-D025-420C-AA72-2D2749CDE930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1CC5C01-3600-409A-8D57-0CDE27E47CDB}" type="pres">
      <dgm:prSet presAssocID="{83A6CDD0-D025-420C-AA72-2D2749CDE930}" presName="topArc2" presStyleLbl="parChTrans1D1" presStyleIdx="4" presStyleCnt="8"/>
      <dgm:spPr/>
    </dgm:pt>
    <dgm:pt modelId="{AA5F393B-51FC-4A1E-957A-0D95A231C863}" type="pres">
      <dgm:prSet presAssocID="{83A6CDD0-D025-420C-AA72-2D2749CDE930}" presName="bottomArc2" presStyleLbl="parChTrans1D1" presStyleIdx="5" presStyleCnt="8"/>
      <dgm:spPr/>
    </dgm:pt>
    <dgm:pt modelId="{AA6458A7-061A-4E74-B40C-21048D89FA5C}" type="pres">
      <dgm:prSet presAssocID="{83A6CDD0-D025-420C-AA72-2D2749CDE930}" presName="topConnNode2" presStyleLbl="node2" presStyleIdx="0" presStyleCnt="0"/>
      <dgm:spPr/>
      <dgm:t>
        <a:bodyPr/>
        <a:lstStyle/>
        <a:p>
          <a:endParaRPr lang="en-US"/>
        </a:p>
      </dgm:t>
    </dgm:pt>
    <dgm:pt modelId="{F1EEA673-7800-457F-AB19-9800A926C44D}" type="pres">
      <dgm:prSet presAssocID="{83A6CDD0-D025-420C-AA72-2D2749CDE930}" presName="hierChild4" presStyleCnt="0"/>
      <dgm:spPr/>
    </dgm:pt>
    <dgm:pt modelId="{BF312DB6-FC05-479A-BFBB-4665EB8FC0DF}" type="pres">
      <dgm:prSet presAssocID="{83A6CDD0-D025-420C-AA72-2D2749CDE930}" presName="hierChild5" presStyleCnt="0"/>
      <dgm:spPr/>
    </dgm:pt>
    <dgm:pt modelId="{ED071346-B508-45C0-96D5-3EF97F28C641}" type="pres">
      <dgm:prSet presAssocID="{754B7672-64FB-4E81-A3A8-AB65A81EAF5D}" presName="Name28" presStyleLbl="parChTrans1D2" presStyleIdx="2" presStyleCnt="3"/>
      <dgm:spPr/>
      <dgm:t>
        <a:bodyPr/>
        <a:lstStyle/>
        <a:p>
          <a:endParaRPr lang="en-US"/>
        </a:p>
      </dgm:t>
    </dgm:pt>
    <dgm:pt modelId="{28E86083-F222-4807-A444-8AEA1CDBB7F0}" type="pres">
      <dgm:prSet presAssocID="{10F96228-7D0B-4136-80C3-90EDCC3EBFEE}" presName="hierRoot2" presStyleCnt="0">
        <dgm:presLayoutVars>
          <dgm:hierBranch val="init"/>
        </dgm:presLayoutVars>
      </dgm:prSet>
      <dgm:spPr/>
    </dgm:pt>
    <dgm:pt modelId="{AB02ED04-4902-4A61-8808-AFB4C29ED5C1}" type="pres">
      <dgm:prSet presAssocID="{10F96228-7D0B-4136-80C3-90EDCC3EBFEE}" presName="rootComposite2" presStyleCnt="0"/>
      <dgm:spPr/>
    </dgm:pt>
    <dgm:pt modelId="{1CA5F26E-5DDB-4FC5-85B6-2225B1DAAA5C}" type="pres">
      <dgm:prSet presAssocID="{10F96228-7D0B-4136-80C3-90EDCC3EBFE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D57D6E-DEE7-4D6A-88CF-8761642B5E77}" type="pres">
      <dgm:prSet presAssocID="{10F96228-7D0B-4136-80C3-90EDCC3EBFEE}" presName="topArc2" presStyleLbl="parChTrans1D1" presStyleIdx="6" presStyleCnt="8"/>
      <dgm:spPr/>
    </dgm:pt>
    <dgm:pt modelId="{D9B648DA-1585-400A-83E4-DFCBC123CFF5}" type="pres">
      <dgm:prSet presAssocID="{10F96228-7D0B-4136-80C3-90EDCC3EBFEE}" presName="bottomArc2" presStyleLbl="parChTrans1D1" presStyleIdx="7" presStyleCnt="8"/>
      <dgm:spPr/>
    </dgm:pt>
    <dgm:pt modelId="{C4FEE98B-B3C0-4337-8929-D6B28D406C4D}" type="pres">
      <dgm:prSet presAssocID="{10F96228-7D0B-4136-80C3-90EDCC3EBFEE}" presName="topConnNode2" presStyleLbl="node2" presStyleIdx="0" presStyleCnt="0"/>
      <dgm:spPr/>
      <dgm:t>
        <a:bodyPr/>
        <a:lstStyle/>
        <a:p>
          <a:endParaRPr lang="en-US"/>
        </a:p>
      </dgm:t>
    </dgm:pt>
    <dgm:pt modelId="{AD20655E-C3DF-47A0-8FAC-B5CE8904047E}" type="pres">
      <dgm:prSet presAssocID="{10F96228-7D0B-4136-80C3-90EDCC3EBFEE}" presName="hierChild4" presStyleCnt="0"/>
      <dgm:spPr/>
    </dgm:pt>
    <dgm:pt modelId="{A5994573-517B-49E9-82DF-8FD6DB484CCC}" type="pres">
      <dgm:prSet presAssocID="{10F96228-7D0B-4136-80C3-90EDCC3EBFEE}" presName="hierChild5" presStyleCnt="0"/>
      <dgm:spPr/>
    </dgm:pt>
    <dgm:pt modelId="{F2E91B25-BD8A-4DF4-AFF0-18DCFDC4BDA5}" type="pres">
      <dgm:prSet presAssocID="{EB7FC45D-C20F-4186-B570-69E76AF4FAD9}" presName="hierChild3" presStyleCnt="0"/>
      <dgm:spPr/>
    </dgm:pt>
  </dgm:ptLst>
  <dgm:cxnLst>
    <dgm:cxn modelId="{F7538E71-7A41-4F04-8E65-DC7194DC4B78}" type="presOf" srcId="{9B56AB7F-C4DE-4199-9812-2298E98BD3C9}" destId="{AAA884E1-AA71-4BDB-93B9-8DC8ADF645DF}" srcOrd="0" destOrd="0" presId="urn:microsoft.com/office/officeart/2008/layout/HalfCircleOrganizationChart"/>
    <dgm:cxn modelId="{F306766D-74AA-4B03-BAD9-6FE15CC1CFEA}" type="presOf" srcId="{754B7672-64FB-4E81-A3A8-AB65A81EAF5D}" destId="{ED071346-B508-45C0-96D5-3EF97F28C641}" srcOrd="0" destOrd="0" presId="urn:microsoft.com/office/officeart/2008/layout/HalfCircleOrganizationChart"/>
    <dgm:cxn modelId="{A88A260F-1A19-4B03-AA62-5AFA9D5FA4EE}" type="presOf" srcId="{EB7FC45D-C20F-4186-B570-69E76AF4FAD9}" destId="{88C24CBA-FBA8-4CA4-B5CC-EC83AFCB0C84}" srcOrd="0" destOrd="0" presId="urn:microsoft.com/office/officeart/2008/layout/HalfCircleOrganizationChart"/>
    <dgm:cxn modelId="{38360A4E-DFD9-4189-A85C-09CD2E0CDC5B}" type="presOf" srcId="{83A6CDD0-D025-420C-AA72-2D2749CDE930}" destId="{AA6458A7-061A-4E74-B40C-21048D89FA5C}" srcOrd="1" destOrd="0" presId="urn:microsoft.com/office/officeart/2008/layout/HalfCircleOrganizationChart"/>
    <dgm:cxn modelId="{110D3018-5877-4220-B4CF-7317C417895A}" srcId="{EB7FC45D-C20F-4186-B570-69E76AF4FAD9}" destId="{10F96228-7D0B-4136-80C3-90EDCC3EBFEE}" srcOrd="2" destOrd="0" parTransId="{754B7672-64FB-4E81-A3A8-AB65A81EAF5D}" sibTransId="{5A6D2D96-1617-4D7B-9FFF-1D396CBC89D7}"/>
    <dgm:cxn modelId="{D3DCE02A-39F9-4528-A74F-995835764AE2}" type="presOf" srcId="{4CA8CFA7-B1F8-4560-A4F9-BCD15E1B79A5}" destId="{CC51E586-4905-4DCA-9BBF-9794F4CC4992}" srcOrd="0" destOrd="0" presId="urn:microsoft.com/office/officeart/2008/layout/HalfCircleOrganizationChart"/>
    <dgm:cxn modelId="{67463C67-AC39-489E-90CB-C947DD026A36}" type="presOf" srcId="{23DB933D-AF3A-4445-BED2-470AAFBD0D08}" destId="{709BFE1D-6669-424E-A80A-2873128EB2A6}" srcOrd="0" destOrd="0" presId="urn:microsoft.com/office/officeart/2008/layout/HalfCircleOrganizationChart"/>
    <dgm:cxn modelId="{70262045-A328-4218-AA22-4F5D518F6DFA}" srcId="{EB7FC45D-C20F-4186-B570-69E76AF4FAD9}" destId="{83A6CDD0-D025-420C-AA72-2D2749CDE930}" srcOrd="1" destOrd="0" parTransId="{23DB933D-AF3A-4445-BED2-470AAFBD0D08}" sibTransId="{3F4F3FEE-C95B-4F92-9860-79A87B483D52}"/>
    <dgm:cxn modelId="{B6FCF4BE-2CBD-4E13-AAC8-D9659AEB87F2}" type="presOf" srcId="{2265E288-542C-434A-920E-AC521D954280}" destId="{E782304D-4C30-4553-AEE7-4BC5C9B967D5}" srcOrd="0" destOrd="0" presId="urn:microsoft.com/office/officeart/2008/layout/HalfCircleOrganizationChart"/>
    <dgm:cxn modelId="{11C4547C-68BA-43EE-9DB9-17871AB8902F}" type="presOf" srcId="{10F96228-7D0B-4136-80C3-90EDCC3EBFEE}" destId="{C4FEE98B-B3C0-4337-8929-D6B28D406C4D}" srcOrd="1" destOrd="0" presId="urn:microsoft.com/office/officeart/2008/layout/HalfCircleOrganizationChart"/>
    <dgm:cxn modelId="{1CB0CFBF-4367-4AAC-917A-EBDDAFF5C0B9}" type="presOf" srcId="{83A6CDD0-D025-420C-AA72-2D2749CDE930}" destId="{FD9ADD28-C069-412D-B298-928A10D03FD6}" srcOrd="0" destOrd="0" presId="urn:microsoft.com/office/officeart/2008/layout/HalfCircleOrganizationChart"/>
    <dgm:cxn modelId="{E210B9FC-7406-4F18-AFB0-8DF9673B19F1}" srcId="{9B56AB7F-C4DE-4199-9812-2298E98BD3C9}" destId="{EB7FC45D-C20F-4186-B570-69E76AF4FAD9}" srcOrd="0" destOrd="0" parTransId="{3BC81F6E-CCC0-4EE7-B631-D1D69A5580E1}" sibTransId="{115FCACB-ED66-48A6-861E-55074D4827F8}"/>
    <dgm:cxn modelId="{30B141DE-65AF-4BA8-A8D1-482F9E4AAF2B}" srcId="{EB7FC45D-C20F-4186-B570-69E76AF4FAD9}" destId="{4CA8CFA7-B1F8-4560-A4F9-BCD15E1B79A5}" srcOrd="0" destOrd="0" parTransId="{2265E288-542C-434A-920E-AC521D954280}" sibTransId="{82FA980C-2EBC-4ABC-A88B-9FAB847D0F34}"/>
    <dgm:cxn modelId="{51B5A792-D914-4BAC-BB96-D51B092954BA}" type="presOf" srcId="{EB7FC45D-C20F-4186-B570-69E76AF4FAD9}" destId="{49569416-12DB-40F4-82EC-FFB6AE6C57EF}" srcOrd="1" destOrd="0" presId="urn:microsoft.com/office/officeart/2008/layout/HalfCircleOrganizationChart"/>
    <dgm:cxn modelId="{22AC1454-6F60-4AA4-8095-4B7B2FCE837C}" type="presOf" srcId="{10F96228-7D0B-4136-80C3-90EDCC3EBFEE}" destId="{1CA5F26E-5DDB-4FC5-85B6-2225B1DAAA5C}" srcOrd="0" destOrd="0" presId="urn:microsoft.com/office/officeart/2008/layout/HalfCircleOrganizationChart"/>
    <dgm:cxn modelId="{672498EE-E8EC-4184-A2B2-8BA1C160688D}" type="presOf" srcId="{4CA8CFA7-B1F8-4560-A4F9-BCD15E1B79A5}" destId="{388D33C8-FDEF-4F09-A010-AD76CEE2AED3}" srcOrd="1" destOrd="0" presId="urn:microsoft.com/office/officeart/2008/layout/HalfCircleOrganizationChart"/>
    <dgm:cxn modelId="{0C7225AC-E4CD-42DF-898B-105B6136CA0A}" type="presParOf" srcId="{AAA884E1-AA71-4BDB-93B9-8DC8ADF645DF}" destId="{7BCD9C50-100D-4666-8819-FE4A00057A58}" srcOrd="0" destOrd="0" presId="urn:microsoft.com/office/officeart/2008/layout/HalfCircleOrganizationChart"/>
    <dgm:cxn modelId="{5BD8CE8C-23CA-4B8D-AF03-C042C681915A}" type="presParOf" srcId="{7BCD9C50-100D-4666-8819-FE4A00057A58}" destId="{58ACC314-6F73-4F93-951F-F78AEAC81414}" srcOrd="0" destOrd="0" presId="urn:microsoft.com/office/officeart/2008/layout/HalfCircleOrganizationChart"/>
    <dgm:cxn modelId="{5381EF93-871A-4E10-A923-D57A67994CE7}" type="presParOf" srcId="{58ACC314-6F73-4F93-951F-F78AEAC81414}" destId="{88C24CBA-FBA8-4CA4-B5CC-EC83AFCB0C84}" srcOrd="0" destOrd="0" presId="urn:microsoft.com/office/officeart/2008/layout/HalfCircleOrganizationChart"/>
    <dgm:cxn modelId="{86983FDF-8F3C-4E2D-B457-52A9D7FCA532}" type="presParOf" srcId="{58ACC314-6F73-4F93-951F-F78AEAC81414}" destId="{4B773EB1-16C5-4FCF-B49F-28A3072BBB67}" srcOrd="1" destOrd="0" presId="urn:microsoft.com/office/officeart/2008/layout/HalfCircleOrganizationChart"/>
    <dgm:cxn modelId="{16363F9F-D749-479F-9BC1-54F4E0AB26FA}" type="presParOf" srcId="{58ACC314-6F73-4F93-951F-F78AEAC81414}" destId="{901DAB6D-E1C1-46F6-82F2-70E8EAF18E0F}" srcOrd="2" destOrd="0" presId="urn:microsoft.com/office/officeart/2008/layout/HalfCircleOrganizationChart"/>
    <dgm:cxn modelId="{8026BAA6-1EB5-4262-B10F-432085023DBD}" type="presParOf" srcId="{58ACC314-6F73-4F93-951F-F78AEAC81414}" destId="{49569416-12DB-40F4-82EC-FFB6AE6C57EF}" srcOrd="3" destOrd="0" presId="urn:microsoft.com/office/officeart/2008/layout/HalfCircleOrganizationChart"/>
    <dgm:cxn modelId="{E34BA40A-7CD2-4B87-A949-9D1499FC0D6C}" type="presParOf" srcId="{7BCD9C50-100D-4666-8819-FE4A00057A58}" destId="{D28276BC-726A-45EC-AEF6-C3BE7D6808A8}" srcOrd="1" destOrd="0" presId="urn:microsoft.com/office/officeart/2008/layout/HalfCircleOrganizationChart"/>
    <dgm:cxn modelId="{481476F1-B323-4913-9077-884AA127E405}" type="presParOf" srcId="{D28276BC-726A-45EC-AEF6-C3BE7D6808A8}" destId="{E782304D-4C30-4553-AEE7-4BC5C9B967D5}" srcOrd="0" destOrd="0" presId="urn:microsoft.com/office/officeart/2008/layout/HalfCircleOrganizationChart"/>
    <dgm:cxn modelId="{B1CB7B7B-5E1D-4818-8377-917DB40D347B}" type="presParOf" srcId="{D28276BC-726A-45EC-AEF6-C3BE7D6808A8}" destId="{E29B48A8-43E0-481A-AC07-BBC2959CDE29}" srcOrd="1" destOrd="0" presId="urn:microsoft.com/office/officeart/2008/layout/HalfCircleOrganizationChart"/>
    <dgm:cxn modelId="{103E3EB4-15B6-4DC8-B2CD-DB2C82A227C1}" type="presParOf" srcId="{E29B48A8-43E0-481A-AC07-BBC2959CDE29}" destId="{10441149-EF33-45CF-9A00-6A9A98AC5CB6}" srcOrd="0" destOrd="0" presId="urn:microsoft.com/office/officeart/2008/layout/HalfCircleOrganizationChart"/>
    <dgm:cxn modelId="{5CEEFD20-D016-47BF-A17A-CE71405CE520}" type="presParOf" srcId="{10441149-EF33-45CF-9A00-6A9A98AC5CB6}" destId="{CC51E586-4905-4DCA-9BBF-9794F4CC4992}" srcOrd="0" destOrd="0" presId="urn:microsoft.com/office/officeart/2008/layout/HalfCircleOrganizationChart"/>
    <dgm:cxn modelId="{A6F566D6-FA63-4B4E-AF00-A4AB2EC6B226}" type="presParOf" srcId="{10441149-EF33-45CF-9A00-6A9A98AC5CB6}" destId="{AEFCD666-B9A9-4D98-860A-6052E5838E67}" srcOrd="1" destOrd="0" presId="urn:microsoft.com/office/officeart/2008/layout/HalfCircleOrganizationChart"/>
    <dgm:cxn modelId="{560043B9-D28A-48C3-B66E-CE7474B16D47}" type="presParOf" srcId="{10441149-EF33-45CF-9A00-6A9A98AC5CB6}" destId="{AD430123-CF71-4010-A9F7-F74209DB12D1}" srcOrd="2" destOrd="0" presId="urn:microsoft.com/office/officeart/2008/layout/HalfCircleOrganizationChart"/>
    <dgm:cxn modelId="{E5E8BD80-8DD8-4ED6-A981-268A0B0D5639}" type="presParOf" srcId="{10441149-EF33-45CF-9A00-6A9A98AC5CB6}" destId="{388D33C8-FDEF-4F09-A010-AD76CEE2AED3}" srcOrd="3" destOrd="0" presId="urn:microsoft.com/office/officeart/2008/layout/HalfCircleOrganizationChart"/>
    <dgm:cxn modelId="{D34FED6D-82B1-472F-8467-00496B8BBDCC}" type="presParOf" srcId="{E29B48A8-43E0-481A-AC07-BBC2959CDE29}" destId="{9901ABDC-35CB-4177-A367-9EBE58E71C4A}" srcOrd="1" destOrd="0" presId="urn:microsoft.com/office/officeart/2008/layout/HalfCircleOrganizationChart"/>
    <dgm:cxn modelId="{9E5CAFCB-E386-452A-B511-6046032B903E}" type="presParOf" srcId="{E29B48A8-43E0-481A-AC07-BBC2959CDE29}" destId="{754C891B-E426-458E-8BB0-081BB4841B5E}" srcOrd="2" destOrd="0" presId="urn:microsoft.com/office/officeart/2008/layout/HalfCircleOrganizationChart"/>
    <dgm:cxn modelId="{A94A1080-7C25-4A8E-BCA5-870421DF63E9}" type="presParOf" srcId="{D28276BC-726A-45EC-AEF6-C3BE7D6808A8}" destId="{709BFE1D-6669-424E-A80A-2873128EB2A6}" srcOrd="2" destOrd="0" presId="urn:microsoft.com/office/officeart/2008/layout/HalfCircleOrganizationChart"/>
    <dgm:cxn modelId="{D4B2D40C-A319-4B42-B830-D4CAA739DBEB}" type="presParOf" srcId="{D28276BC-726A-45EC-AEF6-C3BE7D6808A8}" destId="{23F81725-FA75-46BE-B6AB-8AF0D50808CE}" srcOrd="3" destOrd="0" presId="urn:microsoft.com/office/officeart/2008/layout/HalfCircleOrganizationChart"/>
    <dgm:cxn modelId="{645CDA3F-B5A7-44CF-A885-4E1FB1992B1D}" type="presParOf" srcId="{23F81725-FA75-46BE-B6AB-8AF0D50808CE}" destId="{653389BA-2E1D-4D08-9D42-990B3D6C695F}" srcOrd="0" destOrd="0" presId="urn:microsoft.com/office/officeart/2008/layout/HalfCircleOrganizationChart"/>
    <dgm:cxn modelId="{F23DDE72-F6CD-4BED-A22B-CDEC494449BF}" type="presParOf" srcId="{653389BA-2E1D-4D08-9D42-990B3D6C695F}" destId="{FD9ADD28-C069-412D-B298-928A10D03FD6}" srcOrd="0" destOrd="0" presId="urn:microsoft.com/office/officeart/2008/layout/HalfCircleOrganizationChart"/>
    <dgm:cxn modelId="{0A88DD7D-A53C-443A-B6F8-67258DA1B0DE}" type="presParOf" srcId="{653389BA-2E1D-4D08-9D42-990B3D6C695F}" destId="{41CC5C01-3600-409A-8D57-0CDE27E47CDB}" srcOrd="1" destOrd="0" presId="urn:microsoft.com/office/officeart/2008/layout/HalfCircleOrganizationChart"/>
    <dgm:cxn modelId="{D17CFD64-5D96-4F12-BAE5-CF9E99D0ACE8}" type="presParOf" srcId="{653389BA-2E1D-4D08-9D42-990B3D6C695F}" destId="{AA5F393B-51FC-4A1E-957A-0D95A231C863}" srcOrd="2" destOrd="0" presId="urn:microsoft.com/office/officeart/2008/layout/HalfCircleOrganizationChart"/>
    <dgm:cxn modelId="{DF293745-4F24-4A9A-ACF2-B63BA4099B70}" type="presParOf" srcId="{653389BA-2E1D-4D08-9D42-990B3D6C695F}" destId="{AA6458A7-061A-4E74-B40C-21048D89FA5C}" srcOrd="3" destOrd="0" presId="urn:microsoft.com/office/officeart/2008/layout/HalfCircleOrganizationChart"/>
    <dgm:cxn modelId="{4F534CAD-626B-4927-A9F2-B8DEE9072DD6}" type="presParOf" srcId="{23F81725-FA75-46BE-B6AB-8AF0D50808CE}" destId="{F1EEA673-7800-457F-AB19-9800A926C44D}" srcOrd="1" destOrd="0" presId="urn:microsoft.com/office/officeart/2008/layout/HalfCircleOrganizationChart"/>
    <dgm:cxn modelId="{AF1B064B-4E77-4584-BBF3-BD6A7F0D6482}" type="presParOf" srcId="{23F81725-FA75-46BE-B6AB-8AF0D50808CE}" destId="{BF312DB6-FC05-479A-BFBB-4665EB8FC0DF}" srcOrd="2" destOrd="0" presId="urn:microsoft.com/office/officeart/2008/layout/HalfCircleOrganizationChart"/>
    <dgm:cxn modelId="{75DF9EC8-7393-4B45-B2A1-109C6E6D3A77}" type="presParOf" srcId="{D28276BC-726A-45EC-AEF6-C3BE7D6808A8}" destId="{ED071346-B508-45C0-96D5-3EF97F28C641}" srcOrd="4" destOrd="0" presId="urn:microsoft.com/office/officeart/2008/layout/HalfCircleOrganizationChart"/>
    <dgm:cxn modelId="{B90184C0-EC6F-4133-A18F-62CDBA0D39C6}" type="presParOf" srcId="{D28276BC-726A-45EC-AEF6-C3BE7D6808A8}" destId="{28E86083-F222-4807-A444-8AEA1CDBB7F0}" srcOrd="5" destOrd="0" presId="urn:microsoft.com/office/officeart/2008/layout/HalfCircleOrganizationChart"/>
    <dgm:cxn modelId="{2E564DE6-6E85-4842-BE97-6AECC1D8A4C2}" type="presParOf" srcId="{28E86083-F222-4807-A444-8AEA1CDBB7F0}" destId="{AB02ED04-4902-4A61-8808-AFB4C29ED5C1}" srcOrd="0" destOrd="0" presId="urn:microsoft.com/office/officeart/2008/layout/HalfCircleOrganizationChart"/>
    <dgm:cxn modelId="{B4350FA6-6B9C-40E2-AD66-580DECD75EFA}" type="presParOf" srcId="{AB02ED04-4902-4A61-8808-AFB4C29ED5C1}" destId="{1CA5F26E-5DDB-4FC5-85B6-2225B1DAAA5C}" srcOrd="0" destOrd="0" presId="urn:microsoft.com/office/officeart/2008/layout/HalfCircleOrganizationChart"/>
    <dgm:cxn modelId="{669E6536-8DC2-4D9D-9619-8EE561525EA2}" type="presParOf" srcId="{AB02ED04-4902-4A61-8808-AFB4C29ED5C1}" destId="{8AD57D6E-DEE7-4D6A-88CF-8761642B5E77}" srcOrd="1" destOrd="0" presId="urn:microsoft.com/office/officeart/2008/layout/HalfCircleOrganizationChart"/>
    <dgm:cxn modelId="{860B8444-922D-4F90-AA03-899CC54EBF49}" type="presParOf" srcId="{AB02ED04-4902-4A61-8808-AFB4C29ED5C1}" destId="{D9B648DA-1585-400A-83E4-DFCBC123CFF5}" srcOrd="2" destOrd="0" presId="urn:microsoft.com/office/officeart/2008/layout/HalfCircleOrganizationChart"/>
    <dgm:cxn modelId="{0341EFCC-7E57-4B19-8BB1-2699CEDA0763}" type="presParOf" srcId="{AB02ED04-4902-4A61-8808-AFB4C29ED5C1}" destId="{C4FEE98B-B3C0-4337-8929-D6B28D406C4D}" srcOrd="3" destOrd="0" presId="urn:microsoft.com/office/officeart/2008/layout/HalfCircleOrganizationChart"/>
    <dgm:cxn modelId="{B92CEC8D-5BF1-4374-A67E-824ED7E205B8}" type="presParOf" srcId="{28E86083-F222-4807-A444-8AEA1CDBB7F0}" destId="{AD20655E-C3DF-47A0-8FAC-B5CE8904047E}" srcOrd="1" destOrd="0" presId="urn:microsoft.com/office/officeart/2008/layout/HalfCircleOrganizationChart"/>
    <dgm:cxn modelId="{96E66BC7-991D-41B3-8833-CDC8077A0781}" type="presParOf" srcId="{28E86083-F222-4807-A444-8AEA1CDBB7F0}" destId="{A5994573-517B-49E9-82DF-8FD6DB484CCC}" srcOrd="2" destOrd="0" presId="urn:microsoft.com/office/officeart/2008/layout/HalfCircleOrganizationChart"/>
    <dgm:cxn modelId="{36FDDA90-922E-45C4-9245-513930A5903D}" type="presParOf" srcId="{7BCD9C50-100D-4666-8819-FE4A00057A58}" destId="{F2E91B25-BD8A-4DF4-AFF0-18DCFDC4BDA5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56AB7F-C4DE-4199-9812-2298E98BD3C9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7FC45D-C20F-4186-B570-69E76AF4FAD9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bg1"/>
              </a:solidFill>
              <a:latin typeface="+mj-lt"/>
            </a:rPr>
            <a:t>Focusing on the resources’ characteristics</a:t>
          </a:r>
          <a:endParaRPr lang="en-US" sz="2400" dirty="0">
            <a:solidFill>
              <a:schemeClr val="bg1"/>
            </a:solidFill>
            <a:latin typeface="+mj-lt"/>
          </a:endParaRPr>
        </a:p>
      </dgm:t>
    </dgm:pt>
    <dgm:pt modelId="{3BC81F6E-CCC0-4EE7-B631-D1D69A5580E1}" type="parTrans" cxnId="{E210B9FC-7406-4F18-AFB0-8DF9673B19F1}">
      <dgm:prSet/>
      <dgm:spPr/>
      <dgm:t>
        <a:bodyPr/>
        <a:lstStyle/>
        <a:p>
          <a:endParaRPr lang="en-US"/>
        </a:p>
      </dgm:t>
    </dgm:pt>
    <dgm:pt modelId="{115FCACB-ED66-48A6-861E-55074D4827F8}" type="sibTrans" cxnId="{E210B9FC-7406-4F18-AFB0-8DF9673B19F1}">
      <dgm:prSet/>
      <dgm:spPr/>
      <dgm:t>
        <a:bodyPr/>
        <a:lstStyle/>
        <a:p>
          <a:endParaRPr lang="en-US"/>
        </a:p>
      </dgm:t>
    </dgm:pt>
    <dgm:pt modelId="{4DDC7CFF-D7EA-45D4-9E27-597961C423D6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bg1"/>
              </a:solidFill>
              <a:latin typeface="+mj-lt"/>
            </a:rPr>
            <a:t>Exploring the internal correlation between learning materials</a:t>
          </a:r>
          <a:endParaRPr lang="en-US" sz="2400" dirty="0">
            <a:solidFill>
              <a:schemeClr val="bg1"/>
            </a:solidFill>
            <a:latin typeface="+mj-lt"/>
          </a:endParaRPr>
        </a:p>
      </dgm:t>
    </dgm:pt>
    <dgm:pt modelId="{56CC6AAC-30FA-45E8-B7A3-52D88467C4B0}" type="parTrans" cxnId="{CABE9CCD-A067-44A2-8530-740B9ADD28E8}">
      <dgm:prSet/>
      <dgm:spPr/>
      <dgm:t>
        <a:bodyPr/>
        <a:lstStyle/>
        <a:p>
          <a:endParaRPr lang="en-US"/>
        </a:p>
      </dgm:t>
    </dgm:pt>
    <dgm:pt modelId="{A387A674-9B48-42EF-9FDA-72414317FDDD}" type="sibTrans" cxnId="{CABE9CCD-A067-44A2-8530-740B9ADD28E8}">
      <dgm:prSet/>
      <dgm:spPr/>
      <dgm:t>
        <a:bodyPr/>
        <a:lstStyle/>
        <a:p>
          <a:endParaRPr lang="en-US"/>
        </a:p>
      </dgm:t>
    </dgm:pt>
    <dgm:pt modelId="{AAA884E1-AA71-4BDB-93B9-8DC8ADF645DF}" type="pres">
      <dgm:prSet presAssocID="{9B56AB7F-C4DE-4199-9812-2298E98BD3C9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BCD9C50-100D-4666-8819-FE4A00057A58}" type="pres">
      <dgm:prSet presAssocID="{EB7FC45D-C20F-4186-B570-69E76AF4FAD9}" presName="hierRoot1" presStyleCnt="0">
        <dgm:presLayoutVars>
          <dgm:hierBranch val="init"/>
        </dgm:presLayoutVars>
      </dgm:prSet>
      <dgm:spPr/>
    </dgm:pt>
    <dgm:pt modelId="{58ACC314-6F73-4F93-951F-F78AEAC81414}" type="pres">
      <dgm:prSet presAssocID="{EB7FC45D-C20F-4186-B570-69E76AF4FAD9}" presName="rootComposite1" presStyleCnt="0"/>
      <dgm:spPr/>
    </dgm:pt>
    <dgm:pt modelId="{88C24CBA-FBA8-4CA4-B5CC-EC83AFCB0C84}" type="pres">
      <dgm:prSet presAssocID="{EB7FC45D-C20F-4186-B570-69E76AF4FAD9}" presName="rootText1" presStyleLbl="alignAcc1" presStyleIdx="0" presStyleCnt="0" custScaleX="13416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B773EB1-16C5-4FCF-B49F-28A3072BBB67}" type="pres">
      <dgm:prSet presAssocID="{EB7FC45D-C20F-4186-B570-69E76AF4FAD9}" presName="topArc1" presStyleLbl="parChTrans1D1" presStyleIdx="0" presStyleCnt="4"/>
      <dgm:spPr/>
    </dgm:pt>
    <dgm:pt modelId="{901DAB6D-E1C1-46F6-82F2-70E8EAF18E0F}" type="pres">
      <dgm:prSet presAssocID="{EB7FC45D-C20F-4186-B570-69E76AF4FAD9}" presName="bottomArc1" presStyleLbl="parChTrans1D1" presStyleIdx="1" presStyleCnt="4"/>
      <dgm:spPr/>
    </dgm:pt>
    <dgm:pt modelId="{49569416-12DB-40F4-82EC-FFB6AE6C57EF}" type="pres">
      <dgm:prSet presAssocID="{EB7FC45D-C20F-4186-B570-69E76AF4FAD9}" presName="topConnNode1" presStyleLbl="node1" presStyleIdx="0" presStyleCnt="0"/>
      <dgm:spPr/>
      <dgm:t>
        <a:bodyPr/>
        <a:lstStyle/>
        <a:p>
          <a:endParaRPr lang="en-US"/>
        </a:p>
      </dgm:t>
    </dgm:pt>
    <dgm:pt modelId="{D28276BC-726A-45EC-AEF6-C3BE7D6808A8}" type="pres">
      <dgm:prSet presAssocID="{EB7FC45D-C20F-4186-B570-69E76AF4FAD9}" presName="hierChild2" presStyleCnt="0"/>
      <dgm:spPr/>
    </dgm:pt>
    <dgm:pt modelId="{F2E91B25-BD8A-4DF4-AFF0-18DCFDC4BDA5}" type="pres">
      <dgm:prSet presAssocID="{EB7FC45D-C20F-4186-B570-69E76AF4FAD9}" presName="hierChild3" presStyleCnt="0"/>
      <dgm:spPr/>
    </dgm:pt>
    <dgm:pt modelId="{4034A0B0-DE2F-44DD-ACE6-77540FD7B0A6}" type="pres">
      <dgm:prSet presAssocID="{4DDC7CFF-D7EA-45D4-9E27-597961C423D6}" presName="hierRoot1" presStyleCnt="0">
        <dgm:presLayoutVars>
          <dgm:hierBranch val="init"/>
        </dgm:presLayoutVars>
      </dgm:prSet>
      <dgm:spPr/>
    </dgm:pt>
    <dgm:pt modelId="{661BFE3D-6EE4-4BFD-BE33-314578D35B75}" type="pres">
      <dgm:prSet presAssocID="{4DDC7CFF-D7EA-45D4-9E27-597961C423D6}" presName="rootComposite1" presStyleCnt="0"/>
      <dgm:spPr/>
    </dgm:pt>
    <dgm:pt modelId="{099191E8-3032-4298-8B7C-264B16B2C520}" type="pres">
      <dgm:prSet presAssocID="{4DDC7CFF-D7EA-45D4-9E27-597961C423D6}" presName="rootText1" presStyleLbl="alignAcc1" presStyleIdx="0" presStyleCnt="0" custScaleX="12049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DF68094-2E8C-421D-A6C9-EA3647AD1B72}" type="pres">
      <dgm:prSet presAssocID="{4DDC7CFF-D7EA-45D4-9E27-597961C423D6}" presName="topArc1" presStyleLbl="parChTrans1D1" presStyleIdx="2" presStyleCnt="4"/>
      <dgm:spPr/>
    </dgm:pt>
    <dgm:pt modelId="{876E972B-B48C-4B32-9295-2F4DD6EC4C03}" type="pres">
      <dgm:prSet presAssocID="{4DDC7CFF-D7EA-45D4-9E27-597961C423D6}" presName="bottomArc1" presStyleLbl="parChTrans1D1" presStyleIdx="3" presStyleCnt="4"/>
      <dgm:spPr/>
    </dgm:pt>
    <dgm:pt modelId="{FDAD4E7F-1BD7-4788-A25F-123A07FE4A8A}" type="pres">
      <dgm:prSet presAssocID="{4DDC7CFF-D7EA-45D4-9E27-597961C423D6}" presName="topConnNode1" presStyleLbl="node1" presStyleIdx="0" presStyleCnt="0"/>
      <dgm:spPr/>
      <dgm:t>
        <a:bodyPr/>
        <a:lstStyle/>
        <a:p>
          <a:endParaRPr lang="en-US"/>
        </a:p>
      </dgm:t>
    </dgm:pt>
    <dgm:pt modelId="{40B9389E-C6A0-4B58-81B3-305B96462719}" type="pres">
      <dgm:prSet presAssocID="{4DDC7CFF-D7EA-45D4-9E27-597961C423D6}" presName="hierChild2" presStyleCnt="0"/>
      <dgm:spPr/>
    </dgm:pt>
    <dgm:pt modelId="{533BDAA6-4A78-4BFC-A229-169DC7C29332}" type="pres">
      <dgm:prSet presAssocID="{4DDC7CFF-D7EA-45D4-9E27-597961C423D6}" presName="hierChild3" presStyleCnt="0"/>
      <dgm:spPr/>
    </dgm:pt>
  </dgm:ptLst>
  <dgm:cxnLst>
    <dgm:cxn modelId="{C172AFAC-3F58-4BE9-89C0-59A7BF09D88E}" type="presOf" srcId="{4DDC7CFF-D7EA-45D4-9E27-597961C423D6}" destId="{099191E8-3032-4298-8B7C-264B16B2C520}" srcOrd="0" destOrd="0" presId="urn:microsoft.com/office/officeart/2008/layout/HalfCircleOrganizationChart"/>
    <dgm:cxn modelId="{E210B9FC-7406-4F18-AFB0-8DF9673B19F1}" srcId="{9B56AB7F-C4DE-4199-9812-2298E98BD3C9}" destId="{EB7FC45D-C20F-4186-B570-69E76AF4FAD9}" srcOrd="0" destOrd="0" parTransId="{3BC81F6E-CCC0-4EE7-B631-D1D69A5580E1}" sibTransId="{115FCACB-ED66-48A6-861E-55074D4827F8}"/>
    <dgm:cxn modelId="{CABE9CCD-A067-44A2-8530-740B9ADD28E8}" srcId="{9B56AB7F-C4DE-4199-9812-2298E98BD3C9}" destId="{4DDC7CFF-D7EA-45D4-9E27-597961C423D6}" srcOrd="1" destOrd="0" parTransId="{56CC6AAC-30FA-45E8-B7A3-52D88467C4B0}" sibTransId="{A387A674-9B48-42EF-9FDA-72414317FDDD}"/>
    <dgm:cxn modelId="{C1C86943-C999-4C9E-8858-428ABAE88A4A}" type="presOf" srcId="{9B56AB7F-C4DE-4199-9812-2298E98BD3C9}" destId="{AAA884E1-AA71-4BDB-93B9-8DC8ADF645DF}" srcOrd="0" destOrd="0" presId="urn:microsoft.com/office/officeart/2008/layout/HalfCircleOrganizationChart"/>
    <dgm:cxn modelId="{254EC910-4AFF-447A-81FB-54B15CEC7C12}" type="presOf" srcId="{4DDC7CFF-D7EA-45D4-9E27-597961C423D6}" destId="{FDAD4E7F-1BD7-4788-A25F-123A07FE4A8A}" srcOrd="1" destOrd="0" presId="urn:microsoft.com/office/officeart/2008/layout/HalfCircleOrganizationChart"/>
    <dgm:cxn modelId="{D473BEDB-14E5-4632-BB2F-941727A86572}" type="presOf" srcId="{EB7FC45D-C20F-4186-B570-69E76AF4FAD9}" destId="{88C24CBA-FBA8-4CA4-B5CC-EC83AFCB0C84}" srcOrd="0" destOrd="0" presId="urn:microsoft.com/office/officeart/2008/layout/HalfCircleOrganizationChart"/>
    <dgm:cxn modelId="{82B43669-E355-4187-8F0E-7E5D77EEAB45}" type="presOf" srcId="{EB7FC45D-C20F-4186-B570-69E76AF4FAD9}" destId="{49569416-12DB-40F4-82EC-FFB6AE6C57EF}" srcOrd="1" destOrd="0" presId="urn:microsoft.com/office/officeart/2008/layout/HalfCircleOrganizationChart"/>
    <dgm:cxn modelId="{DA86EA99-273D-4401-A869-626F04A02DB6}" type="presParOf" srcId="{AAA884E1-AA71-4BDB-93B9-8DC8ADF645DF}" destId="{7BCD9C50-100D-4666-8819-FE4A00057A58}" srcOrd="0" destOrd="0" presId="urn:microsoft.com/office/officeart/2008/layout/HalfCircleOrganizationChart"/>
    <dgm:cxn modelId="{D5D8AB05-3C19-4A64-9221-4E37B791C86A}" type="presParOf" srcId="{7BCD9C50-100D-4666-8819-FE4A00057A58}" destId="{58ACC314-6F73-4F93-951F-F78AEAC81414}" srcOrd="0" destOrd="0" presId="urn:microsoft.com/office/officeart/2008/layout/HalfCircleOrganizationChart"/>
    <dgm:cxn modelId="{DFC77257-77E2-4184-BF70-EB71EA1DAC8E}" type="presParOf" srcId="{58ACC314-6F73-4F93-951F-F78AEAC81414}" destId="{88C24CBA-FBA8-4CA4-B5CC-EC83AFCB0C84}" srcOrd="0" destOrd="0" presId="urn:microsoft.com/office/officeart/2008/layout/HalfCircleOrganizationChart"/>
    <dgm:cxn modelId="{C391827A-3A6C-4F19-AF58-30D3F4367E40}" type="presParOf" srcId="{58ACC314-6F73-4F93-951F-F78AEAC81414}" destId="{4B773EB1-16C5-4FCF-B49F-28A3072BBB67}" srcOrd="1" destOrd="0" presId="urn:microsoft.com/office/officeart/2008/layout/HalfCircleOrganizationChart"/>
    <dgm:cxn modelId="{6982E45F-5D37-4C5C-848B-F16A0EFF3778}" type="presParOf" srcId="{58ACC314-6F73-4F93-951F-F78AEAC81414}" destId="{901DAB6D-E1C1-46F6-82F2-70E8EAF18E0F}" srcOrd="2" destOrd="0" presId="urn:microsoft.com/office/officeart/2008/layout/HalfCircleOrganizationChart"/>
    <dgm:cxn modelId="{BF17389E-BE4E-418B-851E-5299AC70DE3C}" type="presParOf" srcId="{58ACC314-6F73-4F93-951F-F78AEAC81414}" destId="{49569416-12DB-40F4-82EC-FFB6AE6C57EF}" srcOrd="3" destOrd="0" presId="urn:microsoft.com/office/officeart/2008/layout/HalfCircleOrganizationChart"/>
    <dgm:cxn modelId="{00664DEC-B6FB-42D4-8454-D0E1D3D3003A}" type="presParOf" srcId="{7BCD9C50-100D-4666-8819-FE4A00057A58}" destId="{D28276BC-726A-45EC-AEF6-C3BE7D6808A8}" srcOrd="1" destOrd="0" presId="urn:microsoft.com/office/officeart/2008/layout/HalfCircleOrganizationChart"/>
    <dgm:cxn modelId="{D9857756-3E62-4191-BA78-152C1E5B03A2}" type="presParOf" srcId="{7BCD9C50-100D-4666-8819-FE4A00057A58}" destId="{F2E91B25-BD8A-4DF4-AFF0-18DCFDC4BDA5}" srcOrd="2" destOrd="0" presId="urn:microsoft.com/office/officeart/2008/layout/HalfCircleOrganizationChart"/>
    <dgm:cxn modelId="{BD32A21F-C129-47FA-A2F2-4712C1973D6F}" type="presParOf" srcId="{AAA884E1-AA71-4BDB-93B9-8DC8ADF645DF}" destId="{4034A0B0-DE2F-44DD-ACE6-77540FD7B0A6}" srcOrd="1" destOrd="0" presId="urn:microsoft.com/office/officeart/2008/layout/HalfCircleOrganizationChart"/>
    <dgm:cxn modelId="{37F5144D-70FD-4FF4-A095-2DF35F2E9D28}" type="presParOf" srcId="{4034A0B0-DE2F-44DD-ACE6-77540FD7B0A6}" destId="{661BFE3D-6EE4-4BFD-BE33-314578D35B75}" srcOrd="0" destOrd="0" presId="urn:microsoft.com/office/officeart/2008/layout/HalfCircleOrganizationChart"/>
    <dgm:cxn modelId="{093486EA-96E3-4E09-A920-502A3D7610A3}" type="presParOf" srcId="{661BFE3D-6EE4-4BFD-BE33-314578D35B75}" destId="{099191E8-3032-4298-8B7C-264B16B2C520}" srcOrd="0" destOrd="0" presId="urn:microsoft.com/office/officeart/2008/layout/HalfCircleOrganizationChart"/>
    <dgm:cxn modelId="{9D878C81-A9A6-451C-8AA9-91DF6BE65E99}" type="presParOf" srcId="{661BFE3D-6EE4-4BFD-BE33-314578D35B75}" destId="{8DF68094-2E8C-421D-A6C9-EA3647AD1B72}" srcOrd="1" destOrd="0" presId="urn:microsoft.com/office/officeart/2008/layout/HalfCircleOrganizationChart"/>
    <dgm:cxn modelId="{107126DE-AB99-46D7-88DD-9CC676B909E5}" type="presParOf" srcId="{661BFE3D-6EE4-4BFD-BE33-314578D35B75}" destId="{876E972B-B48C-4B32-9295-2F4DD6EC4C03}" srcOrd="2" destOrd="0" presId="urn:microsoft.com/office/officeart/2008/layout/HalfCircleOrganizationChart"/>
    <dgm:cxn modelId="{80192271-54CF-4DA1-A00F-4E7E29525D5F}" type="presParOf" srcId="{661BFE3D-6EE4-4BFD-BE33-314578D35B75}" destId="{FDAD4E7F-1BD7-4788-A25F-123A07FE4A8A}" srcOrd="3" destOrd="0" presId="urn:microsoft.com/office/officeart/2008/layout/HalfCircleOrganizationChart"/>
    <dgm:cxn modelId="{1E9EFDDB-9BCD-45B4-A5BA-B0B2549C173E}" type="presParOf" srcId="{4034A0B0-DE2F-44DD-ACE6-77540FD7B0A6}" destId="{40B9389E-C6A0-4B58-81B3-305B96462719}" srcOrd="1" destOrd="0" presId="urn:microsoft.com/office/officeart/2008/layout/HalfCircleOrganizationChart"/>
    <dgm:cxn modelId="{87213F78-280D-4ED4-BCD1-A7856D1DE381}" type="presParOf" srcId="{4034A0B0-DE2F-44DD-ACE6-77540FD7B0A6}" destId="{533BDAA6-4A78-4BFC-A229-169DC7C29332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E7BBD72-86A0-4095-B7BE-D344B7E65661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5F4E7B-8C79-43C2-ACF4-0592C735C1DC}">
      <dgm:prSet phldrT="[Text]"/>
      <dgm:spPr>
        <a:solidFill>
          <a:srgbClr val="63B7C6"/>
        </a:solidFill>
        <a:ln>
          <a:noFill/>
        </a:ln>
      </dgm:spPr>
      <dgm:t>
        <a:bodyPr/>
        <a:lstStyle/>
        <a:p>
          <a:r>
            <a:rPr lang="en-US" dirty="0" smtClean="0">
              <a:solidFill>
                <a:srgbClr val="00243A"/>
              </a:solidFill>
            </a:rPr>
            <a:t>Identified Research Gaps</a:t>
          </a:r>
          <a:endParaRPr lang="en-US" dirty="0">
            <a:solidFill>
              <a:srgbClr val="00243A"/>
            </a:solidFill>
          </a:endParaRPr>
        </a:p>
      </dgm:t>
    </dgm:pt>
    <dgm:pt modelId="{056B75A8-F98C-4FA2-BCE4-72606AF2D34E}" type="parTrans" cxnId="{3823A929-F136-4E6C-98A3-6E6E32BB2F43}">
      <dgm:prSet/>
      <dgm:spPr/>
      <dgm:t>
        <a:bodyPr/>
        <a:lstStyle/>
        <a:p>
          <a:endParaRPr lang="en-US"/>
        </a:p>
      </dgm:t>
    </dgm:pt>
    <dgm:pt modelId="{15F5EE34-5571-4E29-A8D1-5671FA5A4181}" type="sibTrans" cxnId="{3823A929-F136-4E6C-98A3-6E6E32BB2F43}">
      <dgm:prSet/>
      <dgm:spPr/>
      <dgm:t>
        <a:bodyPr/>
        <a:lstStyle/>
        <a:p>
          <a:endParaRPr lang="en-US"/>
        </a:p>
      </dgm:t>
    </dgm:pt>
    <dgm:pt modelId="{A74CC827-2BDC-4BCB-8012-067F7DD715DD}">
      <dgm:prSet phldrT="[Text]" custT="1"/>
      <dgm:spPr>
        <a:solidFill>
          <a:srgbClr val="103350"/>
        </a:solidFill>
      </dgm:spPr>
      <dgm:t>
        <a:bodyPr/>
        <a:lstStyle/>
        <a:p>
          <a:r>
            <a:rPr lang="en-US" sz="1600" dirty="0" smtClean="0">
              <a:solidFill>
                <a:srgbClr val="63B7C6"/>
              </a:solidFill>
              <a:latin typeface="+mj-lt"/>
            </a:rPr>
            <a:t>Not Providing Transparent Explanations For Actions &amp; Recommendations (Explainable AI)</a:t>
          </a:r>
          <a:endParaRPr lang="en-US" sz="1600" dirty="0">
            <a:solidFill>
              <a:srgbClr val="63B7C6"/>
            </a:solidFill>
            <a:latin typeface="+mj-lt"/>
          </a:endParaRPr>
        </a:p>
      </dgm:t>
    </dgm:pt>
    <dgm:pt modelId="{C76E1D8A-F705-43BB-8BC5-B55F0C978EB9}" type="parTrans" cxnId="{6980486B-2DA8-4127-9A23-438CB956DBD0}">
      <dgm:prSet/>
      <dgm:spPr/>
      <dgm:t>
        <a:bodyPr/>
        <a:lstStyle/>
        <a:p>
          <a:endParaRPr lang="en-US"/>
        </a:p>
      </dgm:t>
    </dgm:pt>
    <dgm:pt modelId="{1DBDFF03-D069-4ACB-AFE0-8E6EBE55746B}" type="sibTrans" cxnId="{6980486B-2DA8-4127-9A23-438CB956DBD0}">
      <dgm:prSet/>
      <dgm:spPr/>
      <dgm:t>
        <a:bodyPr/>
        <a:lstStyle/>
        <a:p>
          <a:endParaRPr lang="en-US"/>
        </a:p>
      </dgm:t>
    </dgm:pt>
    <dgm:pt modelId="{D172A184-D4EF-4127-B3A0-DB98C8259D58}">
      <dgm:prSet phldrT="[Text]" custT="1"/>
      <dgm:spPr>
        <a:solidFill>
          <a:srgbClr val="103350"/>
        </a:solidFill>
      </dgm:spPr>
      <dgm:t>
        <a:bodyPr/>
        <a:lstStyle/>
        <a:p>
          <a:r>
            <a:rPr lang="en-US" sz="1600" dirty="0" smtClean="0">
              <a:solidFill>
                <a:srgbClr val="63B7C6"/>
              </a:solidFill>
              <a:latin typeface="+mj-lt"/>
            </a:rPr>
            <a:t>Not Integrating Contextual Information (e.g. location, emotional state)</a:t>
          </a:r>
          <a:endParaRPr lang="en-US" sz="1600" dirty="0">
            <a:solidFill>
              <a:srgbClr val="63B7C6"/>
            </a:solidFill>
            <a:latin typeface="+mj-lt"/>
          </a:endParaRPr>
        </a:p>
      </dgm:t>
    </dgm:pt>
    <dgm:pt modelId="{26DBDAAE-A8CE-4215-8276-190D30672D0C}" type="parTrans" cxnId="{05B0BC7A-D8AF-43B4-BD74-101A4B4DF569}">
      <dgm:prSet/>
      <dgm:spPr/>
      <dgm:t>
        <a:bodyPr/>
        <a:lstStyle/>
        <a:p>
          <a:endParaRPr lang="en-US"/>
        </a:p>
      </dgm:t>
    </dgm:pt>
    <dgm:pt modelId="{DE5E62AA-3201-4676-8C31-731A6626A909}" type="sibTrans" cxnId="{05B0BC7A-D8AF-43B4-BD74-101A4B4DF569}">
      <dgm:prSet/>
      <dgm:spPr/>
      <dgm:t>
        <a:bodyPr/>
        <a:lstStyle/>
        <a:p>
          <a:endParaRPr lang="en-US"/>
        </a:p>
      </dgm:t>
    </dgm:pt>
    <dgm:pt modelId="{FC70FAE2-D301-4305-9507-56FBC77A29C6}">
      <dgm:prSet phldrT="[Text]" custT="1"/>
      <dgm:spPr>
        <a:solidFill>
          <a:srgbClr val="103350"/>
        </a:solidFill>
      </dgm:spPr>
      <dgm:t>
        <a:bodyPr/>
        <a:lstStyle/>
        <a:p>
          <a:r>
            <a:rPr lang="en-US" sz="1600" dirty="0" smtClean="0">
              <a:solidFill>
                <a:srgbClr val="63B7C6"/>
              </a:solidFill>
              <a:latin typeface="+mj-lt"/>
            </a:rPr>
            <a:t>Not Considering The Change In Students’ Learning Ability &amp; Interests Over Time</a:t>
          </a:r>
          <a:endParaRPr lang="en-US" sz="1600" dirty="0">
            <a:solidFill>
              <a:srgbClr val="63B7C6"/>
            </a:solidFill>
            <a:latin typeface="+mj-lt"/>
          </a:endParaRPr>
        </a:p>
      </dgm:t>
    </dgm:pt>
    <dgm:pt modelId="{D158275E-7939-47DD-AB50-56CE5DFDC244}" type="parTrans" cxnId="{F470C979-92C8-48EE-94E5-7589C7FE481D}">
      <dgm:prSet/>
      <dgm:spPr/>
      <dgm:t>
        <a:bodyPr/>
        <a:lstStyle/>
        <a:p>
          <a:endParaRPr lang="en-US"/>
        </a:p>
      </dgm:t>
    </dgm:pt>
    <dgm:pt modelId="{5F1C4484-132A-471A-A9E9-3CBCA6F7DA6D}" type="sibTrans" cxnId="{F470C979-92C8-48EE-94E5-7589C7FE481D}">
      <dgm:prSet/>
      <dgm:spPr/>
      <dgm:t>
        <a:bodyPr/>
        <a:lstStyle/>
        <a:p>
          <a:endParaRPr lang="en-US"/>
        </a:p>
      </dgm:t>
    </dgm:pt>
    <dgm:pt modelId="{6F93073A-865F-4AB7-A862-DBA11B0FE2F2}">
      <dgm:prSet phldrT="[Text]" custT="1"/>
      <dgm:spPr>
        <a:solidFill>
          <a:srgbClr val="103350"/>
        </a:solidFill>
      </dgm:spPr>
      <dgm:t>
        <a:bodyPr/>
        <a:lstStyle/>
        <a:p>
          <a:r>
            <a:rPr lang="en-US" sz="1600" dirty="0" smtClean="0">
              <a:solidFill>
                <a:srgbClr val="63B7C6"/>
              </a:solidFill>
              <a:latin typeface="+mj-lt"/>
            </a:rPr>
            <a:t>Ignoring Students’ Learning Experience When Recommending Materials</a:t>
          </a:r>
          <a:endParaRPr lang="en-US" sz="1600" dirty="0">
            <a:solidFill>
              <a:srgbClr val="63B7C6"/>
            </a:solidFill>
            <a:latin typeface="+mj-lt"/>
          </a:endParaRPr>
        </a:p>
      </dgm:t>
    </dgm:pt>
    <dgm:pt modelId="{16E6B02C-AEFC-4855-BA0E-DC96DE241456}" type="parTrans" cxnId="{9DF7706C-740B-4562-99A1-49A8465E85CC}">
      <dgm:prSet/>
      <dgm:spPr/>
      <dgm:t>
        <a:bodyPr/>
        <a:lstStyle/>
        <a:p>
          <a:endParaRPr lang="en-US"/>
        </a:p>
      </dgm:t>
    </dgm:pt>
    <dgm:pt modelId="{424BEDD0-861A-4FEE-B4E3-14C598753223}" type="sibTrans" cxnId="{9DF7706C-740B-4562-99A1-49A8465E85CC}">
      <dgm:prSet/>
      <dgm:spPr/>
      <dgm:t>
        <a:bodyPr/>
        <a:lstStyle/>
        <a:p>
          <a:endParaRPr lang="en-US"/>
        </a:p>
      </dgm:t>
    </dgm:pt>
    <dgm:pt modelId="{1E6EAFB3-E7DA-472C-BAB2-B752F1A20C4A}">
      <dgm:prSet phldrT="[Text]" custT="1"/>
      <dgm:spPr>
        <a:solidFill>
          <a:srgbClr val="103350"/>
        </a:solidFill>
      </dgm:spPr>
      <dgm:t>
        <a:bodyPr/>
        <a:lstStyle/>
        <a:p>
          <a:r>
            <a:rPr lang="en-US" sz="1600" dirty="0" smtClean="0">
              <a:solidFill>
                <a:srgbClr val="63B7C6"/>
              </a:solidFill>
              <a:latin typeface="+mj-lt"/>
            </a:rPr>
            <a:t>Leveraging AI To Enhance Collaborations &amp; Social Interactions</a:t>
          </a:r>
          <a:endParaRPr lang="en-US" sz="1600" dirty="0">
            <a:solidFill>
              <a:srgbClr val="63B7C6"/>
            </a:solidFill>
            <a:latin typeface="+mj-lt"/>
          </a:endParaRPr>
        </a:p>
      </dgm:t>
    </dgm:pt>
    <dgm:pt modelId="{DDC91EAD-360A-46B3-B528-4532669316F8}" type="parTrans" cxnId="{A7FD4668-86C8-4234-99FD-C0ECA19A385F}">
      <dgm:prSet/>
      <dgm:spPr/>
      <dgm:t>
        <a:bodyPr/>
        <a:lstStyle/>
        <a:p>
          <a:endParaRPr lang="en-US"/>
        </a:p>
      </dgm:t>
    </dgm:pt>
    <dgm:pt modelId="{65F99D0C-4A80-4A13-A3F8-1CC3875DF4C0}" type="sibTrans" cxnId="{A7FD4668-86C8-4234-99FD-C0ECA19A385F}">
      <dgm:prSet/>
      <dgm:spPr/>
      <dgm:t>
        <a:bodyPr/>
        <a:lstStyle/>
        <a:p>
          <a:endParaRPr lang="en-US"/>
        </a:p>
      </dgm:t>
    </dgm:pt>
    <dgm:pt modelId="{16065FA3-996A-4BB8-BDC5-E522680A9485}" type="pres">
      <dgm:prSet presAssocID="{4E7BBD72-86A0-4095-B7BE-D344B7E65661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F81073B-9953-4354-8070-00E5ED198C13}" type="pres">
      <dgm:prSet presAssocID="{5F5F4E7B-8C79-43C2-ACF4-0592C735C1DC}" presName="centerShape" presStyleLbl="node0" presStyleIdx="0" presStyleCnt="1"/>
      <dgm:spPr/>
      <dgm:t>
        <a:bodyPr/>
        <a:lstStyle/>
        <a:p>
          <a:endParaRPr lang="en-US"/>
        </a:p>
      </dgm:t>
    </dgm:pt>
    <dgm:pt modelId="{B5E1B498-5A1B-4E3D-9469-5A38AD50E33A}" type="pres">
      <dgm:prSet presAssocID="{A74CC827-2BDC-4BCB-8012-067F7DD715DD}" presName="node" presStyleLbl="node1" presStyleIdx="0" presStyleCnt="5" custScaleX="1448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088791-F9AB-476E-9671-79E7B6DDA57F}" type="pres">
      <dgm:prSet presAssocID="{A74CC827-2BDC-4BCB-8012-067F7DD715DD}" presName="dummy" presStyleCnt="0"/>
      <dgm:spPr/>
    </dgm:pt>
    <dgm:pt modelId="{18737AE5-8B87-4C86-9F4F-BC813D126969}" type="pres">
      <dgm:prSet presAssocID="{1DBDFF03-D069-4ACB-AFE0-8E6EBE55746B}" presName="sibTrans" presStyleLbl="sibTrans2D1" presStyleIdx="0" presStyleCnt="5"/>
      <dgm:spPr/>
      <dgm:t>
        <a:bodyPr/>
        <a:lstStyle/>
        <a:p>
          <a:endParaRPr lang="en-US"/>
        </a:p>
      </dgm:t>
    </dgm:pt>
    <dgm:pt modelId="{5E78EB5E-3E69-4D6C-BA60-B8747BF5AD4D}" type="pres">
      <dgm:prSet presAssocID="{D172A184-D4EF-4127-B3A0-DB98C8259D58}" presName="node" presStyleLbl="node1" presStyleIdx="1" presStyleCnt="5" custScaleX="1359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B05DA4-4676-4CCE-A125-CE6141568962}" type="pres">
      <dgm:prSet presAssocID="{D172A184-D4EF-4127-B3A0-DB98C8259D58}" presName="dummy" presStyleCnt="0"/>
      <dgm:spPr/>
    </dgm:pt>
    <dgm:pt modelId="{6D1073B3-C259-4D3F-B7E7-B0BE33E18955}" type="pres">
      <dgm:prSet presAssocID="{DE5E62AA-3201-4676-8C31-731A6626A909}" presName="sibTrans" presStyleLbl="sibTrans2D1" presStyleIdx="1" presStyleCnt="5"/>
      <dgm:spPr/>
      <dgm:t>
        <a:bodyPr/>
        <a:lstStyle/>
        <a:p>
          <a:endParaRPr lang="en-US"/>
        </a:p>
      </dgm:t>
    </dgm:pt>
    <dgm:pt modelId="{B1EE6899-D0AB-4482-B4A2-7D1A631364D9}" type="pres">
      <dgm:prSet presAssocID="{6F93073A-865F-4AB7-A862-DBA11B0FE2F2}" presName="node" presStyleLbl="node1" presStyleIdx="2" presStyleCnt="5" custScaleX="1413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F5E28B-25A1-43F5-BD9B-6F3E25FFD3A2}" type="pres">
      <dgm:prSet presAssocID="{6F93073A-865F-4AB7-A862-DBA11B0FE2F2}" presName="dummy" presStyleCnt="0"/>
      <dgm:spPr/>
    </dgm:pt>
    <dgm:pt modelId="{40587DF8-B324-4FAA-A5F9-F2B5A467AFB2}" type="pres">
      <dgm:prSet presAssocID="{424BEDD0-861A-4FEE-B4E3-14C598753223}" presName="sibTrans" presStyleLbl="sibTrans2D1" presStyleIdx="2" presStyleCnt="5"/>
      <dgm:spPr/>
      <dgm:t>
        <a:bodyPr/>
        <a:lstStyle/>
        <a:p>
          <a:endParaRPr lang="en-US"/>
        </a:p>
      </dgm:t>
    </dgm:pt>
    <dgm:pt modelId="{01249732-E0EA-416A-BDD1-15323F6C702A}" type="pres">
      <dgm:prSet presAssocID="{FC70FAE2-D301-4305-9507-56FBC77A29C6}" presName="node" presStyleLbl="node1" presStyleIdx="3" presStyleCnt="5" custScaleX="1454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91AA53-B53C-4D50-975B-1F0E3392B054}" type="pres">
      <dgm:prSet presAssocID="{FC70FAE2-D301-4305-9507-56FBC77A29C6}" presName="dummy" presStyleCnt="0"/>
      <dgm:spPr/>
    </dgm:pt>
    <dgm:pt modelId="{2756DEA7-3A07-4692-9C9E-D5778BFD1E5F}" type="pres">
      <dgm:prSet presAssocID="{5F1C4484-132A-471A-A9E9-3CBCA6F7DA6D}" presName="sibTrans" presStyleLbl="sibTrans2D1" presStyleIdx="3" presStyleCnt="5"/>
      <dgm:spPr/>
      <dgm:t>
        <a:bodyPr/>
        <a:lstStyle/>
        <a:p>
          <a:endParaRPr lang="en-US"/>
        </a:p>
      </dgm:t>
    </dgm:pt>
    <dgm:pt modelId="{53263B92-B5FA-4499-849D-3C7D48339EBF}" type="pres">
      <dgm:prSet presAssocID="{1E6EAFB3-E7DA-472C-BAB2-B752F1A20C4A}" presName="node" presStyleLbl="node1" presStyleIdx="4" presStyleCnt="5" custScaleX="1319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E00BE2-FE2E-4E3A-874D-F1D63E6FEF6C}" type="pres">
      <dgm:prSet presAssocID="{1E6EAFB3-E7DA-472C-BAB2-B752F1A20C4A}" presName="dummy" presStyleCnt="0"/>
      <dgm:spPr/>
    </dgm:pt>
    <dgm:pt modelId="{205C57E4-B593-45CB-84DF-1ED0B3BD6B14}" type="pres">
      <dgm:prSet presAssocID="{65F99D0C-4A80-4A13-A3F8-1CC3875DF4C0}" presName="sibTrans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E21CBD8B-CDB7-416F-992C-6B87B82B03BC}" type="presOf" srcId="{FC70FAE2-D301-4305-9507-56FBC77A29C6}" destId="{01249732-E0EA-416A-BDD1-15323F6C702A}" srcOrd="0" destOrd="0" presId="urn:microsoft.com/office/officeart/2005/8/layout/radial6"/>
    <dgm:cxn modelId="{9B5588B9-BF7B-4A26-BD98-FBB673AB5DC8}" type="presOf" srcId="{1E6EAFB3-E7DA-472C-BAB2-B752F1A20C4A}" destId="{53263B92-B5FA-4499-849D-3C7D48339EBF}" srcOrd="0" destOrd="0" presId="urn:microsoft.com/office/officeart/2005/8/layout/radial6"/>
    <dgm:cxn modelId="{9DF7706C-740B-4562-99A1-49A8465E85CC}" srcId="{5F5F4E7B-8C79-43C2-ACF4-0592C735C1DC}" destId="{6F93073A-865F-4AB7-A862-DBA11B0FE2F2}" srcOrd="2" destOrd="0" parTransId="{16E6B02C-AEFC-4855-BA0E-DC96DE241456}" sibTransId="{424BEDD0-861A-4FEE-B4E3-14C598753223}"/>
    <dgm:cxn modelId="{DB2A6C29-84E2-4FED-96B1-4FE0AD4CDE62}" type="presOf" srcId="{D172A184-D4EF-4127-B3A0-DB98C8259D58}" destId="{5E78EB5E-3E69-4D6C-BA60-B8747BF5AD4D}" srcOrd="0" destOrd="0" presId="urn:microsoft.com/office/officeart/2005/8/layout/radial6"/>
    <dgm:cxn modelId="{6D5241FC-F683-4DE9-800B-6F4BDADC0DC0}" type="presOf" srcId="{4E7BBD72-86A0-4095-B7BE-D344B7E65661}" destId="{16065FA3-996A-4BB8-BDC5-E522680A9485}" srcOrd="0" destOrd="0" presId="urn:microsoft.com/office/officeart/2005/8/layout/radial6"/>
    <dgm:cxn modelId="{A0BB90C1-7594-448A-906C-17550AC3CAF2}" type="presOf" srcId="{A74CC827-2BDC-4BCB-8012-067F7DD715DD}" destId="{B5E1B498-5A1B-4E3D-9469-5A38AD50E33A}" srcOrd="0" destOrd="0" presId="urn:microsoft.com/office/officeart/2005/8/layout/radial6"/>
    <dgm:cxn modelId="{F470C979-92C8-48EE-94E5-7589C7FE481D}" srcId="{5F5F4E7B-8C79-43C2-ACF4-0592C735C1DC}" destId="{FC70FAE2-D301-4305-9507-56FBC77A29C6}" srcOrd="3" destOrd="0" parTransId="{D158275E-7939-47DD-AB50-56CE5DFDC244}" sibTransId="{5F1C4484-132A-471A-A9E9-3CBCA6F7DA6D}"/>
    <dgm:cxn modelId="{6980486B-2DA8-4127-9A23-438CB956DBD0}" srcId="{5F5F4E7B-8C79-43C2-ACF4-0592C735C1DC}" destId="{A74CC827-2BDC-4BCB-8012-067F7DD715DD}" srcOrd="0" destOrd="0" parTransId="{C76E1D8A-F705-43BB-8BC5-B55F0C978EB9}" sibTransId="{1DBDFF03-D069-4ACB-AFE0-8E6EBE55746B}"/>
    <dgm:cxn modelId="{05B0BC7A-D8AF-43B4-BD74-101A4B4DF569}" srcId="{5F5F4E7B-8C79-43C2-ACF4-0592C735C1DC}" destId="{D172A184-D4EF-4127-B3A0-DB98C8259D58}" srcOrd="1" destOrd="0" parTransId="{26DBDAAE-A8CE-4215-8276-190D30672D0C}" sibTransId="{DE5E62AA-3201-4676-8C31-731A6626A909}"/>
    <dgm:cxn modelId="{A7FD4668-86C8-4234-99FD-C0ECA19A385F}" srcId="{5F5F4E7B-8C79-43C2-ACF4-0592C735C1DC}" destId="{1E6EAFB3-E7DA-472C-BAB2-B752F1A20C4A}" srcOrd="4" destOrd="0" parTransId="{DDC91EAD-360A-46B3-B528-4532669316F8}" sibTransId="{65F99D0C-4A80-4A13-A3F8-1CC3875DF4C0}"/>
    <dgm:cxn modelId="{9C8971E2-7173-4522-9A16-ACBF060DEF6A}" type="presOf" srcId="{6F93073A-865F-4AB7-A862-DBA11B0FE2F2}" destId="{B1EE6899-D0AB-4482-B4A2-7D1A631364D9}" srcOrd="0" destOrd="0" presId="urn:microsoft.com/office/officeart/2005/8/layout/radial6"/>
    <dgm:cxn modelId="{71A0DE35-0B46-4CE6-978B-AD8F5904B435}" type="presOf" srcId="{1DBDFF03-D069-4ACB-AFE0-8E6EBE55746B}" destId="{18737AE5-8B87-4C86-9F4F-BC813D126969}" srcOrd="0" destOrd="0" presId="urn:microsoft.com/office/officeart/2005/8/layout/radial6"/>
    <dgm:cxn modelId="{2B783EC2-0F9D-4966-8661-8E96D80CD7AA}" type="presOf" srcId="{424BEDD0-861A-4FEE-B4E3-14C598753223}" destId="{40587DF8-B324-4FAA-A5F9-F2B5A467AFB2}" srcOrd="0" destOrd="0" presId="urn:microsoft.com/office/officeart/2005/8/layout/radial6"/>
    <dgm:cxn modelId="{EEFD419C-D69A-4A8B-8F16-C0F2E97143B0}" type="presOf" srcId="{DE5E62AA-3201-4676-8C31-731A6626A909}" destId="{6D1073B3-C259-4D3F-B7E7-B0BE33E18955}" srcOrd="0" destOrd="0" presId="urn:microsoft.com/office/officeart/2005/8/layout/radial6"/>
    <dgm:cxn modelId="{47240681-EB06-4C0C-B599-8A93EC94983F}" type="presOf" srcId="{5F1C4484-132A-471A-A9E9-3CBCA6F7DA6D}" destId="{2756DEA7-3A07-4692-9C9E-D5778BFD1E5F}" srcOrd="0" destOrd="0" presId="urn:microsoft.com/office/officeart/2005/8/layout/radial6"/>
    <dgm:cxn modelId="{3823A929-F136-4E6C-98A3-6E6E32BB2F43}" srcId="{4E7BBD72-86A0-4095-B7BE-D344B7E65661}" destId="{5F5F4E7B-8C79-43C2-ACF4-0592C735C1DC}" srcOrd="0" destOrd="0" parTransId="{056B75A8-F98C-4FA2-BCE4-72606AF2D34E}" sibTransId="{15F5EE34-5571-4E29-A8D1-5671FA5A4181}"/>
    <dgm:cxn modelId="{080389EE-A195-4705-A9D6-353EE8E8BA2B}" type="presOf" srcId="{5F5F4E7B-8C79-43C2-ACF4-0592C735C1DC}" destId="{8F81073B-9953-4354-8070-00E5ED198C13}" srcOrd="0" destOrd="0" presId="urn:microsoft.com/office/officeart/2005/8/layout/radial6"/>
    <dgm:cxn modelId="{C7CA418B-04CD-44BD-B503-761508B01D7A}" type="presOf" srcId="{65F99D0C-4A80-4A13-A3F8-1CC3875DF4C0}" destId="{205C57E4-B593-45CB-84DF-1ED0B3BD6B14}" srcOrd="0" destOrd="0" presId="urn:microsoft.com/office/officeart/2005/8/layout/radial6"/>
    <dgm:cxn modelId="{DC761C6D-8CAB-45C3-A5E2-F3AD029E1C28}" type="presParOf" srcId="{16065FA3-996A-4BB8-BDC5-E522680A9485}" destId="{8F81073B-9953-4354-8070-00E5ED198C13}" srcOrd="0" destOrd="0" presId="urn:microsoft.com/office/officeart/2005/8/layout/radial6"/>
    <dgm:cxn modelId="{594B6468-4AEF-42C8-B911-398AC2ADC648}" type="presParOf" srcId="{16065FA3-996A-4BB8-BDC5-E522680A9485}" destId="{B5E1B498-5A1B-4E3D-9469-5A38AD50E33A}" srcOrd="1" destOrd="0" presId="urn:microsoft.com/office/officeart/2005/8/layout/radial6"/>
    <dgm:cxn modelId="{F76621DB-6726-4314-ABC3-A73D452A3743}" type="presParOf" srcId="{16065FA3-996A-4BB8-BDC5-E522680A9485}" destId="{CB088791-F9AB-476E-9671-79E7B6DDA57F}" srcOrd="2" destOrd="0" presId="urn:microsoft.com/office/officeart/2005/8/layout/radial6"/>
    <dgm:cxn modelId="{4EEC28CE-1E9A-43C1-A88C-935D14152730}" type="presParOf" srcId="{16065FA3-996A-4BB8-BDC5-E522680A9485}" destId="{18737AE5-8B87-4C86-9F4F-BC813D126969}" srcOrd="3" destOrd="0" presId="urn:microsoft.com/office/officeart/2005/8/layout/radial6"/>
    <dgm:cxn modelId="{45AA9D27-73CA-43BA-8285-DF1AA6D01B93}" type="presParOf" srcId="{16065FA3-996A-4BB8-BDC5-E522680A9485}" destId="{5E78EB5E-3E69-4D6C-BA60-B8747BF5AD4D}" srcOrd="4" destOrd="0" presId="urn:microsoft.com/office/officeart/2005/8/layout/radial6"/>
    <dgm:cxn modelId="{EB529FE0-BA42-4BDE-A464-9063F78020A6}" type="presParOf" srcId="{16065FA3-996A-4BB8-BDC5-E522680A9485}" destId="{3EB05DA4-4676-4CCE-A125-CE6141568962}" srcOrd="5" destOrd="0" presId="urn:microsoft.com/office/officeart/2005/8/layout/radial6"/>
    <dgm:cxn modelId="{5D781FA6-6437-4B3C-A9AB-D5BC946106CB}" type="presParOf" srcId="{16065FA3-996A-4BB8-BDC5-E522680A9485}" destId="{6D1073B3-C259-4D3F-B7E7-B0BE33E18955}" srcOrd="6" destOrd="0" presId="urn:microsoft.com/office/officeart/2005/8/layout/radial6"/>
    <dgm:cxn modelId="{66F0E70C-0DF1-4561-B727-7BE6A39C05F4}" type="presParOf" srcId="{16065FA3-996A-4BB8-BDC5-E522680A9485}" destId="{B1EE6899-D0AB-4482-B4A2-7D1A631364D9}" srcOrd="7" destOrd="0" presId="urn:microsoft.com/office/officeart/2005/8/layout/radial6"/>
    <dgm:cxn modelId="{CF53DBB9-6BC5-408C-A253-AD3C4C561E4F}" type="presParOf" srcId="{16065FA3-996A-4BB8-BDC5-E522680A9485}" destId="{94F5E28B-25A1-43F5-BD9B-6F3E25FFD3A2}" srcOrd="8" destOrd="0" presId="urn:microsoft.com/office/officeart/2005/8/layout/radial6"/>
    <dgm:cxn modelId="{D1534ADA-06CF-4779-BDD6-D7C8358BD4B3}" type="presParOf" srcId="{16065FA3-996A-4BB8-BDC5-E522680A9485}" destId="{40587DF8-B324-4FAA-A5F9-F2B5A467AFB2}" srcOrd="9" destOrd="0" presId="urn:microsoft.com/office/officeart/2005/8/layout/radial6"/>
    <dgm:cxn modelId="{3D39DC25-B5D9-4D7B-86D3-A70FB5176B51}" type="presParOf" srcId="{16065FA3-996A-4BB8-BDC5-E522680A9485}" destId="{01249732-E0EA-416A-BDD1-15323F6C702A}" srcOrd="10" destOrd="0" presId="urn:microsoft.com/office/officeart/2005/8/layout/radial6"/>
    <dgm:cxn modelId="{687D0574-2ACD-4F64-A0A3-2A10AA9EB8F1}" type="presParOf" srcId="{16065FA3-996A-4BB8-BDC5-E522680A9485}" destId="{F291AA53-B53C-4D50-975B-1F0E3392B054}" srcOrd="11" destOrd="0" presId="urn:microsoft.com/office/officeart/2005/8/layout/radial6"/>
    <dgm:cxn modelId="{36CF36AC-D827-4606-8A6D-C07EE6BA8068}" type="presParOf" srcId="{16065FA3-996A-4BB8-BDC5-E522680A9485}" destId="{2756DEA7-3A07-4692-9C9E-D5778BFD1E5F}" srcOrd="12" destOrd="0" presId="urn:microsoft.com/office/officeart/2005/8/layout/radial6"/>
    <dgm:cxn modelId="{4FCE9585-D164-47D0-9806-8EE7F34A83AF}" type="presParOf" srcId="{16065FA3-996A-4BB8-BDC5-E522680A9485}" destId="{53263B92-B5FA-4499-849D-3C7D48339EBF}" srcOrd="13" destOrd="0" presId="urn:microsoft.com/office/officeart/2005/8/layout/radial6"/>
    <dgm:cxn modelId="{84F7B3A3-B1CC-4648-9258-875167262190}" type="presParOf" srcId="{16065FA3-996A-4BB8-BDC5-E522680A9485}" destId="{99E00BE2-FE2E-4E3A-874D-F1D63E6FEF6C}" srcOrd="14" destOrd="0" presId="urn:microsoft.com/office/officeart/2005/8/layout/radial6"/>
    <dgm:cxn modelId="{4D15C9A9-E839-4E81-BD87-F95676572CF9}" type="presParOf" srcId="{16065FA3-996A-4BB8-BDC5-E522680A9485}" destId="{205C57E4-B593-45CB-84DF-1ED0B3BD6B14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53C85E3-8204-4A39-A827-5C45B462F48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851BD2AD-DFBC-4F31-9085-41EFC196BCA3}">
      <dgm:prSet phldrT="[Text]"/>
      <dgm:spPr>
        <a:noFill/>
      </dgm:spPr>
      <dgm:t>
        <a:bodyPr/>
        <a:lstStyle/>
        <a:p>
          <a:r>
            <a:rPr lang="en-US" dirty="0" smtClean="0"/>
            <a:t>Extracting Content Features</a:t>
          </a:r>
          <a:endParaRPr lang="en-US" dirty="0"/>
        </a:p>
      </dgm:t>
    </dgm:pt>
    <dgm:pt modelId="{A62AA444-ED9D-4E9B-A1D2-61C3B538B5FA}" type="parTrans" cxnId="{E814B645-D6ED-40E4-944F-933C2E20CC1A}">
      <dgm:prSet/>
      <dgm:spPr/>
      <dgm:t>
        <a:bodyPr/>
        <a:lstStyle/>
        <a:p>
          <a:endParaRPr lang="en-US"/>
        </a:p>
      </dgm:t>
    </dgm:pt>
    <dgm:pt modelId="{8A2D17D2-B8E4-47B1-8EAE-0A5C1273E86E}" type="sibTrans" cxnId="{E814B645-D6ED-40E4-944F-933C2E20CC1A}">
      <dgm:prSet/>
      <dgm:spPr/>
      <dgm:t>
        <a:bodyPr/>
        <a:lstStyle/>
        <a:p>
          <a:endParaRPr lang="en-US"/>
        </a:p>
      </dgm:t>
    </dgm:pt>
    <dgm:pt modelId="{BE41C1F5-31FC-4C8C-9889-9282486D6684}">
      <dgm:prSet phldrT="[Text]"/>
      <dgm:spPr>
        <a:noFill/>
      </dgm:spPr>
      <dgm:t>
        <a:bodyPr/>
        <a:lstStyle/>
        <a:p>
          <a:r>
            <a:rPr lang="en-US" dirty="0" smtClean="0"/>
            <a:t>Building The Database</a:t>
          </a:r>
          <a:endParaRPr lang="en-US" dirty="0"/>
        </a:p>
      </dgm:t>
    </dgm:pt>
    <dgm:pt modelId="{7231B0DD-F96D-4264-9CB1-42A382E869D3}" type="parTrans" cxnId="{1AD66469-92CE-4066-92B4-D5CE3D173EA0}">
      <dgm:prSet/>
      <dgm:spPr/>
      <dgm:t>
        <a:bodyPr/>
        <a:lstStyle/>
        <a:p>
          <a:endParaRPr lang="en-US"/>
        </a:p>
      </dgm:t>
    </dgm:pt>
    <dgm:pt modelId="{D1BA7AA5-CA0B-488E-98FA-068CD0ADAF1E}" type="sibTrans" cxnId="{1AD66469-92CE-4066-92B4-D5CE3D173EA0}">
      <dgm:prSet/>
      <dgm:spPr/>
      <dgm:t>
        <a:bodyPr/>
        <a:lstStyle/>
        <a:p>
          <a:endParaRPr lang="en-US"/>
        </a:p>
      </dgm:t>
    </dgm:pt>
    <dgm:pt modelId="{43153800-B3AF-4A49-92BE-82CD30130713}">
      <dgm:prSet phldrT="[Text]"/>
      <dgm:spPr>
        <a:noFill/>
      </dgm:spPr>
      <dgm:t>
        <a:bodyPr/>
        <a:lstStyle/>
        <a:p>
          <a:r>
            <a:rPr lang="en-US" dirty="0" smtClean="0"/>
            <a:t>Collecting Behavioral Patterns From Data</a:t>
          </a:r>
          <a:endParaRPr lang="en-US" dirty="0"/>
        </a:p>
      </dgm:t>
    </dgm:pt>
    <dgm:pt modelId="{07523EA7-F51B-46B7-97ED-AD1B9582C252}" type="parTrans" cxnId="{2877409E-0C66-404D-853A-9CC5D7B827D6}">
      <dgm:prSet/>
      <dgm:spPr/>
      <dgm:t>
        <a:bodyPr/>
        <a:lstStyle/>
        <a:p>
          <a:endParaRPr lang="en-US"/>
        </a:p>
      </dgm:t>
    </dgm:pt>
    <dgm:pt modelId="{F732B49B-E6D6-452C-B8FE-A3924C22FDCE}" type="sibTrans" cxnId="{2877409E-0C66-404D-853A-9CC5D7B827D6}">
      <dgm:prSet/>
      <dgm:spPr/>
      <dgm:t>
        <a:bodyPr/>
        <a:lstStyle/>
        <a:p>
          <a:endParaRPr lang="en-US"/>
        </a:p>
      </dgm:t>
    </dgm:pt>
    <dgm:pt modelId="{CF089F3D-7701-4EC3-AF84-3E07834534CB}">
      <dgm:prSet phldrT="[Text]"/>
      <dgm:spPr>
        <a:noFill/>
      </dgm:spPr>
      <dgm:t>
        <a:bodyPr/>
        <a:lstStyle/>
        <a:p>
          <a:r>
            <a:rPr lang="en-US" dirty="0" smtClean="0"/>
            <a:t>Designing The Recommendation Algorithm (</a:t>
          </a:r>
          <a:r>
            <a:rPr lang="en-US" dirty="0" err="1" smtClean="0"/>
            <a:t>LinUCB</a:t>
          </a:r>
          <a:r>
            <a:rPr lang="en-US" dirty="0" smtClean="0"/>
            <a:t>)</a:t>
          </a:r>
          <a:endParaRPr lang="en-US" dirty="0"/>
        </a:p>
      </dgm:t>
    </dgm:pt>
    <dgm:pt modelId="{D3E65EFA-C318-423E-9E50-CC04ACEB3EA2}" type="parTrans" cxnId="{78C8C2A9-021B-4319-9181-7671D1490996}">
      <dgm:prSet/>
      <dgm:spPr/>
      <dgm:t>
        <a:bodyPr/>
        <a:lstStyle/>
        <a:p>
          <a:endParaRPr lang="en-US"/>
        </a:p>
      </dgm:t>
    </dgm:pt>
    <dgm:pt modelId="{99ED00AE-6BA2-4667-82D6-09FC78D647F0}" type="sibTrans" cxnId="{78C8C2A9-021B-4319-9181-7671D1490996}">
      <dgm:prSet/>
      <dgm:spPr/>
      <dgm:t>
        <a:bodyPr/>
        <a:lstStyle/>
        <a:p>
          <a:endParaRPr lang="en-US"/>
        </a:p>
      </dgm:t>
    </dgm:pt>
    <dgm:pt modelId="{5F144357-9D1E-4DE0-954F-4948C1DAB4FB}">
      <dgm:prSet phldrT="[Text]"/>
      <dgm:spPr>
        <a:noFill/>
      </dgm:spPr>
      <dgm:t>
        <a:bodyPr/>
        <a:lstStyle/>
        <a:p>
          <a:r>
            <a:rPr lang="en-US" dirty="0" smtClean="0"/>
            <a:t>Classifying Students Into Groups</a:t>
          </a:r>
          <a:endParaRPr lang="en-US" dirty="0"/>
        </a:p>
      </dgm:t>
    </dgm:pt>
    <dgm:pt modelId="{F876B1A3-F255-4097-AC82-433E3413DC5D}" type="parTrans" cxnId="{DFA526A0-DE9E-4AD7-9F0C-0439422CC6D3}">
      <dgm:prSet/>
      <dgm:spPr/>
      <dgm:t>
        <a:bodyPr/>
        <a:lstStyle/>
        <a:p>
          <a:endParaRPr lang="en-US"/>
        </a:p>
      </dgm:t>
    </dgm:pt>
    <dgm:pt modelId="{C996F8F0-BCDE-429B-BB76-B90A8C45CD88}" type="sibTrans" cxnId="{DFA526A0-DE9E-4AD7-9F0C-0439422CC6D3}">
      <dgm:prSet/>
      <dgm:spPr/>
      <dgm:t>
        <a:bodyPr/>
        <a:lstStyle/>
        <a:p>
          <a:endParaRPr lang="en-US"/>
        </a:p>
      </dgm:t>
    </dgm:pt>
    <dgm:pt modelId="{2FF56907-2E00-4E72-9320-E9A535302F06}" type="pres">
      <dgm:prSet presAssocID="{C53C85E3-8204-4A39-A827-5C45B462F48F}" presName="CompostProcess" presStyleCnt="0">
        <dgm:presLayoutVars>
          <dgm:dir/>
          <dgm:resizeHandles val="exact"/>
        </dgm:presLayoutVars>
      </dgm:prSet>
      <dgm:spPr/>
    </dgm:pt>
    <dgm:pt modelId="{B5739E93-96A5-4953-B203-249699BD9C2D}" type="pres">
      <dgm:prSet presAssocID="{C53C85E3-8204-4A39-A827-5C45B462F48F}" presName="arrow" presStyleLbl="bgShp" presStyleIdx="0" presStyleCnt="1" custScaleX="95633" custScaleY="28970" custLinFactNeighborX="-1468" custLinFactNeighborY="30084"/>
      <dgm:spPr>
        <a:solidFill>
          <a:srgbClr val="63B7C6"/>
        </a:solidFill>
      </dgm:spPr>
    </dgm:pt>
    <dgm:pt modelId="{0A034196-A44C-4913-9F20-D3EB42520EE7}" type="pres">
      <dgm:prSet presAssocID="{C53C85E3-8204-4A39-A827-5C45B462F48F}" presName="linearProcess" presStyleCnt="0"/>
      <dgm:spPr/>
    </dgm:pt>
    <dgm:pt modelId="{94D3FF46-E87B-4FC1-A141-0CA92CB14EC0}" type="pres">
      <dgm:prSet presAssocID="{BE41C1F5-31FC-4C8C-9889-9282486D6684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D9F9FF-1FC4-40C6-A823-9AC5C70C7FE2}" type="pres">
      <dgm:prSet presAssocID="{D1BA7AA5-CA0B-488E-98FA-068CD0ADAF1E}" presName="sibTrans" presStyleCnt="0"/>
      <dgm:spPr/>
    </dgm:pt>
    <dgm:pt modelId="{0449A328-065E-4490-84B8-EC33F6D2E75C}" type="pres">
      <dgm:prSet presAssocID="{43153800-B3AF-4A49-92BE-82CD30130713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6111F4-B128-4495-9717-8FBB96972A56}" type="pres">
      <dgm:prSet presAssocID="{F732B49B-E6D6-452C-B8FE-A3924C22FDCE}" presName="sibTrans" presStyleCnt="0"/>
      <dgm:spPr/>
    </dgm:pt>
    <dgm:pt modelId="{84D8FED3-463E-4BD0-A42F-AB4F3350F2FD}" type="pres">
      <dgm:prSet presAssocID="{5F144357-9D1E-4DE0-954F-4948C1DAB4FB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49FD7-CBEB-46FC-A467-9AA244B57FDE}" type="pres">
      <dgm:prSet presAssocID="{C996F8F0-BCDE-429B-BB76-B90A8C45CD88}" presName="sibTrans" presStyleCnt="0"/>
      <dgm:spPr/>
    </dgm:pt>
    <dgm:pt modelId="{CBC31F1E-0571-4F20-BF0F-AD469600A843}" type="pres">
      <dgm:prSet presAssocID="{851BD2AD-DFBC-4F31-9085-41EFC196BCA3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E55FDD-B000-4CE5-A902-E2C6DA3C4B66}" type="pres">
      <dgm:prSet presAssocID="{8A2D17D2-B8E4-47B1-8EAE-0A5C1273E86E}" presName="sibTrans" presStyleCnt="0"/>
      <dgm:spPr/>
    </dgm:pt>
    <dgm:pt modelId="{94F38729-4912-4412-BF45-7F97C81E0108}" type="pres">
      <dgm:prSet presAssocID="{CF089F3D-7701-4EC3-AF84-3E07834534CB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1B5145F-41DA-447E-B4F5-AE613674F348}" type="presOf" srcId="{CF089F3D-7701-4EC3-AF84-3E07834534CB}" destId="{94F38729-4912-4412-BF45-7F97C81E0108}" srcOrd="0" destOrd="0" presId="urn:microsoft.com/office/officeart/2005/8/layout/hProcess9"/>
    <dgm:cxn modelId="{DF37D0DC-CFAD-4D54-962A-B4856AC27C55}" type="presOf" srcId="{43153800-B3AF-4A49-92BE-82CD30130713}" destId="{0449A328-065E-4490-84B8-EC33F6D2E75C}" srcOrd="0" destOrd="0" presId="urn:microsoft.com/office/officeart/2005/8/layout/hProcess9"/>
    <dgm:cxn modelId="{78C8C2A9-021B-4319-9181-7671D1490996}" srcId="{C53C85E3-8204-4A39-A827-5C45B462F48F}" destId="{CF089F3D-7701-4EC3-AF84-3E07834534CB}" srcOrd="4" destOrd="0" parTransId="{D3E65EFA-C318-423E-9E50-CC04ACEB3EA2}" sibTransId="{99ED00AE-6BA2-4667-82D6-09FC78D647F0}"/>
    <dgm:cxn modelId="{55CF0A90-6D18-42C0-B98C-A917490960A7}" type="presOf" srcId="{C53C85E3-8204-4A39-A827-5C45B462F48F}" destId="{2FF56907-2E00-4E72-9320-E9A535302F06}" srcOrd="0" destOrd="0" presId="urn:microsoft.com/office/officeart/2005/8/layout/hProcess9"/>
    <dgm:cxn modelId="{2877409E-0C66-404D-853A-9CC5D7B827D6}" srcId="{C53C85E3-8204-4A39-A827-5C45B462F48F}" destId="{43153800-B3AF-4A49-92BE-82CD30130713}" srcOrd="1" destOrd="0" parTransId="{07523EA7-F51B-46B7-97ED-AD1B9582C252}" sibTransId="{F732B49B-E6D6-452C-B8FE-A3924C22FDCE}"/>
    <dgm:cxn modelId="{EA2B7D54-9674-4C41-9E38-177B44CBEA4E}" type="presOf" srcId="{851BD2AD-DFBC-4F31-9085-41EFC196BCA3}" destId="{CBC31F1E-0571-4F20-BF0F-AD469600A843}" srcOrd="0" destOrd="0" presId="urn:microsoft.com/office/officeart/2005/8/layout/hProcess9"/>
    <dgm:cxn modelId="{BB96E200-53D0-4809-9D56-F56C27BC7272}" type="presOf" srcId="{5F144357-9D1E-4DE0-954F-4948C1DAB4FB}" destId="{84D8FED3-463E-4BD0-A42F-AB4F3350F2FD}" srcOrd="0" destOrd="0" presId="urn:microsoft.com/office/officeart/2005/8/layout/hProcess9"/>
    <dgm:cxn modelId="{6C59BB33-0262-40CA-A62C-4F0159BCA39B}" type="presOf" srcId="{BE41C1F5-31FC-4C8C-9889-9282486D6684}" destId="{94D3FF46-E87B-4FC1-A141-0CA92CB14EC0}" srcOrd="0" destOrd="0" presId="urn:microsoft.com/office/officeart/2005/8/layout/hProcess9"/>
    <dgm:cxn modelId="{DFA526A0-DE9E-4AD7-9F0C-0439422CC6D3}" srcId="{C53C85E3-8204-4A39-A827-5C45B462F48F}" destId="{5F144357-9D1E-4DE0-954F-4948C1DAB4FB}" srcOrd="2" destOrd="0" parTransId="{F876B1A3-F255-4097-AC82-433E3413DC5D}" sibTransId="{C996F8F0-BCDE-429B-BB76-B90A8C45CD88}"/>
    <dgm:cxn modelId="{E814B645-D6ED-40E4-944F-933C2E20CC1A}" srcId="{C53C85E3-8204-4A39-A827-5C45B462F48F}" destId="{851BD2AD-DFBC-4F31-9085-41EFC196BCA3}" srcOrd="3" destOrd="0" parTransId="{A62AA444-ED9D-4E9B-A1D2-61C3B538B5FA}" sibTransId="{8A2D17D2-B8E4-47B1-8EAE-0A5C1273E86E}"/>
    <dgm:cxn modelId="{1AD66469-92CE-4066-92B4-D5CE3D173EA0}" srcId="{C53C85E3-8204-4A39-A827-5C45B462F48F}" destId="{BE41C1F5-31FC-4C8C-9889-9282486D6684}" srcOrd="0" destOrd="0" parTransId="{7231B0DD-F96D-4264-9CB1-42A382E869D3}" sibTransId="{D1BA7AA5-CA0B-488E-98FA-068CD0ADAF1E}"/>
    <dgm:cxn modelId="{04F502D7-B980-46BB-9422-730A54EBDB9C}" type="presParOf" srcId="{2FF56907-2E00-4E72-9320-E9A535302F06}" destId="{B5739E93-96A5-4953-B203-249699BD9C2D}" srcOrd="0" destOrd="0" presId="urn:microsoft.com/office/officeart/2005/8/layout/hProcess9"/>
    <dgm:cxn modelId="{4B2B2759-F551-40C9-B319-4D7B07466809}" type="presParOf" srcId="{2FF56907-2E00-4E72-9320-E9A535302F06}" destId="{0A034196-A44C-4913-9F20-D3EB42520EE7}" srcOrd="1" destOrd="0" presId="urn:microsoft.com/office/officeart/2005/8/layout/hProcess9"/>
    <dgm:cxn modelId="{77E6F07D-76B3-49D9-A390-00C82771D808}" type="presParOf" srcId="{0A034196-A44C-4913-9F20-D3EB42520EE7}" destId="{94D3FF46-E87B-4FC1-A141-0CA92CB14EC0}" srcOrd="0" destOrd="0" presId="urn:microsoft.com/office/officeart/2005/8/layout/hProcess9"/>
    <dgm:cxn modelId="{78F9A8FD-B9EC-4DED-ACCF-DA3E412812EF}" type="presParOf" srcId="{0A034196-A44C-4913-9F20-D3EB42520EE7}" destId="{39D9F9FF-1FC4-40C6-A823-9AC5C70C7FE2}" srcOrd="1" destOrd="0" presId="urn:microsoft.com/office/officeart/2005/8/layout/hProcess9"/>
    <dgm:cxn modelId="{DDD35ADF-0D11-441C-B20C-BE9512455547}" type="presParOf" srcId="{0A034196-A44C-4913-9F20-D3EB42520EE7}" destId="{0449A328-065E-4490-84B8-EC33F6D2E75C}" srcOrd="2" destOrd="0" presId="urn:microsoft.com/office/officeart/2005/8/layout/hProcess9"/>
    <dgm:cxn modelId="{415FDC5C-59EF-46BB-83F6-BF358B2E49BC}" type="presParOf" srcId="{0A034196-A44C-4913-9F20-D3EB42520EE7}" destId="{9F6111F4-B128-4495-9717-8FBB96972A56}" srcOrd="3" destOrd="0" presId="urn:microsoft.com/office/officeart/2005/8/layout/hProcess9"/>
    <dgm:cxn modelId="{393A5B4D-1729-472A-8D06-C1A019F3A6B6}" type="presParOf" srcId="{0A034196-A44C-4913-9F20-D3EB42520EE7}" destId="{84D8FED3-463E-4BD0-A42F-AB4F3350F2FD}" srcOrd="4" destOrd="0" presId="urn:microsoft.com/office/officeart/2005/8/layout/hProcess9"/>
    <dgm:cxn modelId="{DD57C35F-5E5B-4A18-9796-56F6BD8CFB39}" type="presParOf" srcId="{0A034196-A44C-4913-9F20-D3EB42520EE7}" destId="{DCF49FD7-CBEB-46FC-A467-9AA244B57FDE}" srcOrd="5" destOrd="0" presId="urn:microsoft.com/office/officeart/2005/8/layout/hProcess9"/>
    <dgm:cxn modelId="{4992D4B5-EBE9-4B03-89C5-0D10373B0535}" type="presParOf" srcId="{0A034196-A44C-4913-9F20-D3EB42520EE7}" destId="{CBC31F1E-0571-4F20-BF0F-AD469600A843}" srcOrd="6" destOrd="0" presId="urn:microsoft.com/office/officeart/2005/8/layout/hProcess9"/>
    <dgm:cxn modelId="{6052BBD7-D348-4880-9DD5-B2C487BEA1AB}" type="presParOf" srcId="{0A034196-A44C-4913-9F20-D3EB42520EE7}" destId="{43E55FDD-B000-4CE5-A902-E2C6DA3C4B66}" srcOrd="7" destOrd="0" presId="urn:microsoft.com/office/officeart/2005/8/layout/hProcess9"/>
    <dgm:cxn modelId="{72650BF7-CC0E-425F-8A30-A4CAE6F38005}" type="presParOf" srcId="{0A034196-A44C-4913-9F20-D3EB42520EE7}" destId="{94F38729-4912-4412-BF45-7F97C81E0108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51E02-1D7A-48DE-A8ED-2D94138061BA}">
      <dsp:nvSpPr>
        <dsp:cNvPr id="0" name=""/>
        <dsp:cNvSpPr/>
      </dsp:nvSpPr>
      <dsp:spPr>
        <a:xfrm>
          <a:off x="9842" y="1587064"/>
          <a:ext cx="2941894" cy="1847877"/>
        </a:xfrm>
        <a:prstGeom prst="roundRect">
          <a:avLst>
            <a:gd name="adj" fmla="val 10000"/>
          </a:avLst>
        </a:prstGeom>
        <a:solidFill>
          <a:srgbClr val="63B7C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Gathering learner data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 from various sources</a:t>
          </a:r>
          <a:endParaRPr lang="en-US" sz="1800" kern="1200" dirty="0">
            <a:latin typeface="+mj-lt"/>
          </a:endParaRPr>
        </a:p>
      </dsp:txBody>
      <dsp:txXfrm>
        <a:off x="63964" y="1641186"/>
        <a:ext cx="2833650" cy="1739633"/>
      </dsp:txXfrm>
    </dsp:sp>
    <dsp:sp modelId="{9330BF48-1DBC-44A7-AC2A-6722D25D86D4}">
      <dsp:nvSpPr>
        <dsp:cNvPr id="0" name=""/>
        <dsp:cNvSpPr/>
      </dsp:nvSpPr>
      <dsp:spPr>
        <a:xfrm>
          <a:off x="3039790" y="2146208"/>
          <a:ext cx="1035954" cy="72958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3039790" y="2292126"/>
        <a:ext cx="817077" cy="437753"/>
      </dsp:txXfrm>
    </dsp:sp>
    <dsp:sp modelId="{9545FB7F-D2DD-47ED-91A6-87462A93FA1D}">
      <dsp:nvSpPr>
        <dsp:cNvPr id="0" name=""/>
        <dsp:cNvSpPr/>
      </dsp:nvSpPr>
      <dsp:spPr>
        <a:xfrm>
          <a:off x="4128495" y="1587064"/>
          <a:ext cx="2941894" cy="1847877"/>
        </a:xfrm>
        <a:prstGeom prst="roundRect">
          <a:avLst>
            <a:gd name="adj" fmla="val 10000"/>
          </a:avLst>
        </a:prstGeom>
        <a:solidFill>
          <a:srgbClr val="63B7C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Analyzing &amp; learning from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 patterns, correlations &amp;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 trends</a:t>
          </a:r>
          <a:endParaRPr lang="en-US" sz="1800" kern="1200" dirty="0">
            <a:latin typeface="+mj-lt"/>
          </a:endParaRPr>
        </a:p>
      </dsp:txBody>
      <dsp:txXfrm>
        <a:off x="4182617" y="1641186"/>
        <a:ext cx="2833650" cy="1739633"/>
      </dsp:txXfrm>
    </dsp:sp>
    <dsp:sp modelId="{D57517B2-E7F3-4451-8FFF-B4BA9EB3BC19}">
      <dsp:nvSpPr>
        <dsp:cNvPr id="0" name=""/>
        <dsp:cNvSpPr/>
      </dsp:nvSpPr>
      <dsp:spPr>
        <a:xfrm>
          <a:off x="7170926" y="2189399"/>
          <a:ext cx="1010988" cy="729589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7170926" y="2335317"/>
        <a:ext cx="792111" cy="437753"/>
      </dsp:txXfrm>
    </dsp:sp>
    <dsp:sp modelId="{F3208608-30C8-4479-90A7-B7CCC52AB7B2}">
      <dsp:nvSpPr>
        <dsp:cNvPr id="0" name=""/>
        <dsp:cNvSpPr/>
      </dsp:nvSpPr>
      <dsp:spPr>
        <a:xfrm>
          <a:off x="8247148" y="1587064"/>
          <a:ext cx="2941894" cy="1847877"/>
        </a:xfrm>
        <a:prstGeom prst="roundRect">
          <a:avLst>
            <a:gd name="adj" fmla="val 10000"/>
          </a:avLst>
        </a:prstGeom>
        <a:solidFill>
          <a:srgbClr val="63B7C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Building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‘Learner Models’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to capture the unique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 characteristics of each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</a:rPr>
            <a:t> learner</a:t>
          </a:r>
          <a:endParaRPr lang="en-US" sz="1800" kern="1200" dirty="0">
            <a:latin typeface="+mj-lt"/>
          </a:endParaRPr>
        </a:p>
      </dsp:txBody>
      <dsp:txXfrm>
        <a:off x="8301270" y="1641186"/>
        <a:ext cx="2833650" cy="17396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A72B5-2E42-468B-8CD2-9202BD753C82}">
      <dsp:nvSpPr>
        <dsp:cNvPr id="0" name=""/>
        <dsp:cNvSpPr/>
      </dsp:nvSpPr>
      <dsp:spPr>
        <a:xfrm>
          <a:off x="-6125176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2B6F17-04F0-4AB3-8CEF-985CF6F97627}">
      <dsp:nvSpPr>
        <dsp:cNvPr id="0" name=""/>
        <dsp:cNvSpPr/>
      </dsp:nvSpPr>
      <dsp:spPr>
        <a:xfrm>
          <a:off x="740867" y="558740"/>
          <a:ext cx="7301111" cy="1083733"/>
        </a:xfrm>
        <a:prstGeom prst="rect">
          <a:avLst/>
        </a:prstGeom>
        <a:noFill/>
        <a:ln w="12700" cap="flat" cmpd="sng" algn="ctr">
          <a:solidFill>
            <a:srgbClr val="0C75A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>
              <a:latin typeface="+mj-lt"/>
            </a:rPr>
            <a:t>User-Based Recommendations</a:t>
          </a:r>
          <a:endParaRPr lang="en-US" sz="3400" kern="1200" dirty="0">
            <a:latin typeface="+mj-lt"/>
          </a:endParaRPr>
        </a:p>
      </dsp:txBody>
      <dsp:txXfrm>
        <a:off x="740867" y="558740"/>
        <a:ext cx="7301111" cy="1083733"/>
      </dsp:txXfrm>
    </dsp:sp>
    <dsp:sp modelId="{A4CEBBA5-BA18-4E13-9B07-ED098194B68B}">
      <dsp:nvSpPr>
        <dsp:cNvPr id="0" name=""/>
        <dsp:cNvSpPr/>
      </dsp:nvSpPr>
      <dsp:spPr>
        <a:xfrm>
          <a:off x="63533" y="425311"/>
          <a:ext cx="1354666" cy="1354666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C96C0-7E85-44C6-9E64-3518A74346E4}">
      <dsp:nvSpPr>
        <dsp:cNvPr id="0" name=""/>
        <dsp:cNvSpPr/>
      </dsp:nvSpPr>
      <dsp:spPr>
        <a:xfrm>
          <a:off x="1178719" y="2167466"/>
          <a:ext cx="6907174" cy="1083733"/>
        </a:xfrm>
        <a:prstGeom prst="rect">
          <a:avLst/>
        </a:prstGeom>
        <a:noFill/>
        <a:ln w="12700" cap="flat" cmpd="sng" algn="ctr">
          <a:solidFill>
            <a:srgbClr val="0C75A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>
              <a:latin typeface="+mj-lt"/>
            </a:rPr>
            <a:t>Item-Based Recommendations</a:t>
          </a:r>
          <a:endParaRPr lang="en-US" sz="3400" kern="1200" dirty="0">
            <a:latin typeface="+mj-lt"/>
          </a:endParaRPr>
        </a:p>
      </dsp:txBody>
      <dsp:txXfrm>
        <a:off x="1178719" y="2167466"/>
        <a:ext cx="6907174" cy="1083733"/>
      </dsp:txXfrm>
    </dsp:sp>
    <dsp:sp modelId="{5E8F9F5B-3691-4138-BF6F-4C2047F4145F}">
      <dsp:nvSpPr>
        <dsp:cNvPr id="0" name=""/>
        <dsp:cNvSpPr/>
      </dsp:nvSpPr>
      <dsp:spPr>
        <a:xfrm>
          <a:off x="501375" y="2032000"/>
          <a:ext cx="1354666" cy="1354666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E3B5E-23F2-4B47-9F82-6559D7AB65DF}">
      <dsp:nvSpPr>
        <dsp:cNvPr id="0" name=""/>
        <dsp:cNvSpPr/>
      </dsp:nvSpPr>
      <dsp:spPr>
        <a:xfrm>
          <a:off x="740867" y="3793066"/>
          <a:ext cx="7301111" cy="1083733"/>
        </a:xfrm>
        <a:prstGeom prst="rect">
          <a:avLst/>
        </a:prstGeom>
        <a:noFill/>
        <a:ln w="12700" cap="flat" cmpd="sng" algn="ctr">
          <a:solidFill>
            <a:srgbClr val="0C75A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>
              <a:latin typeface="+mj-lt"/>
            </a:rPr>
            <a:t>Hybrid Recommendations</a:t>
          </a:r>
          <a:endParaRPr lang="en-US" sz="3400" kern="1200" dirty="0">
            <a:latin typeface="+mj-lt"/>
          </a:endParaRPr>
        </a:p>
      </dsp:txBody>
      <dsp:txXfrm>
        <a:off x="740867" y="3793066"/>
        <a:ext cx="7301111" cy="1083733"/>
      </dsp:txXfrm>
    </dsp:sp>
    <dsp:sp modelId="{FD9435E0-1877-479F-94AF-F670BC658339}">
      <dsp:nvSpPr>
        <dsp:cNvPr id="0" name=""/>
        <dsp:cNvSpPr/>
      </dsp:nvSpPr>
      <dsp:spPr>
        <a:xfrm>
          <a:off x="63533" y="3657600"/>
          <a:ext cx="1354666" cy="1354666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071346-B508-45C0-96D5-3EF97F28C641}">
      <dsp:nvSpPr>
        <dsp:cNvPr id="0" name=""/>
        <dsp:cNvSpPr/>
      </dsp:nvSpPr>
      <dsp:spPr>
        <a:xfrm>
          <a:off x="4821555" y="2845959"/>
          <a:ext cx="3411285" cy="592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6020"/>
              </a:lnTo>
              <a:lnTo>
                <a:pt x="3411285" y="296020"/>
              </a:lnTo>
              <a:lnTo>
                <a:pt x="3411285" y="5920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9BFE1D-6669-424E-A80A-2873128EB2A6}">
      <dsp:nvSpPr>
        <dsp:cNvPr id="0" name=""/>
        <dsp:cNvSpPr/>
      </dsp:nvSpPr>
      <dsp:spPr>
        <a:xfrm>
          <a:off x="4775834" y="2845959"/>
          <a:ext cx="91440" cy="5920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20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82304D-4C30-4553-AEE7-4BC5C9B967D5}">
      <dsp:nvSpPr>
        <dsp:cNvPr id="0" name=""/>
        <dsp:cNvSpPr/>
      </dsp:nvSpPr>
      <dsp:spPr>
        <a:xfrm>
          <a:off x="1410269" y="2845959"/>
          <a:ext cx="3411285" cy="592041"/>
        </a:xfrm>
        <a:custGeom>
          <a:avLst/>
          <a:gdLst/>
          <a:ahLst/>
          <a:cxnLst/>
          <a:rect l="0" t="0" r="0" b="0"/>
          <a:pathLst>
            <a:path>
              <a:moveTo>
                <a:pt x="3411285" y="0"/>
              </a:moveTo>
              <a:lnTo>
                <a:pt x="3411285" y="296020"/>
              </a:lnTo>
              <a:lnTo>
                <a:pt x="0" y="296020"/>
              </a:lnTo>
              <a:lnTo>
                <a:pt x="0" y="5920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773EB1-16C5-4FCF-B49F-28A3072BBB67}">
      <dsp:nvSpPr>
        <dsp:cNvPr id="0" name=""/>
        <dsp:cNvSpPr/>
      </dsp:nvSpPr>
      <dsp:spPr>
        <a:xfrm>
          <a:off x="3376931" y="1436337"/>
          <a:ext cx="2889246" cy="1409622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1DAB6D-E1C1-46F6-82F2-70E8EAF18E0F}">
      <dsp:nvSpPr>
        <dsp:cNvPr id="0" name=""/>
        <dsp:cNvSpPr/>
      </dsp:nvSpPr>
      <dsp:spPr>
        <a:xfrm>
          <a:off x="3376931" y="1436337"/>
          <a:ext cx="2889246" cy="1409622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C24CBA-FBA8-4CA4-B5CC-EC83AFCB0C84}">
      <dsp:nvSpPr>
        <dsp:cNvPr id="0" name=""/>
        <dsp:cNvSpPr/>
      </dsp:nvSpPr>
      <dsp:spPr>
        <a:xfrm>
          <a:off x="1932308" y="1690069"/>
          <a:ext cx="5778492" cy="9021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bg1"/>
              </a:solidFill>
              <a:latin typeface="+mj-lt"/>
            </a:rPr>
            <a:t>Focusing on the students’ characteristics in terms of</a:t>
          </a:r>
          <a:endParaRPr lang="en-US" sz="2400" kern="1200" dirty="0">
            <a:solidFill>
              <a:schemeClr val="bg1"/>
            </a:solidFill>
            <a:latin typeface="+mj-lt"/>
          </a:endParaRPr>
        </a:p>
      </dsp:txBody>
      <dsp:txXfrm>
        <a:off x="1932308" y="1690069"/>
        <a:ext cx="5778492" cy="902158"/>
      </dsp:txXfrm>
    </dsp:sp>
    <dsp:sp modelId="{AEFCD666-B9A9-4D98-860A-6052E5838E67}">
      <dsp:nvSpPr>
        <dsp:cNvPr id="0" name=""/>
        <dsp:cNvSpPr/>
      </dsp:nvSpPr>
      <dsp:spPr>
        <a:xfrm>
          <a:off x="705458" y="3438000"/>
          <a:ext cx="1409622" cy="1409622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430123-CF71-4010-A9F7-F74209DB12D1}">
      <dsp:nvSpPr>
        <dsp:cNvPr id="0" name=""/>
        <dsp:cNvSpPr/>
      </dsp:nvSpPr>
      <dsp:spPr>
        <a:xfrm>
          <a:off x="705458" y="3438000"/>
          <a:ext cx="1409622" cy="1409622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51E586-4905-4DCA-9BBF-9794F4CC4992}">
      <dsp:nvSpPr>
        <dsp:cNvPr id="0" name=""/>
        <dsp:cNvSpPr/>
      </dsp:nvSpPr>
      <dsp:spPr>
        <a:xfrm>
          <a:off x="647" y="3691732"/>
          <a:ext cx="2819244" cy="9021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bg1"/>
              </a:solidFill>
              <a:latin typeface="+mj-lt"/>
            </a:rPr>
            <a:t>Preferences</a:t>
          </a:r>
          <a:endParaRPr lang="en-US" sz="2400" kern="1200" dirty="0">
            <a:solidFill>
              <a:schemeClr val="bg1"/>
            </a:solidFill>
            <a:latin typeface="+mj-lt"/>
          </a:endParaRPr>
        </a:p>
      </dsp:txBody>
      <dsp:txXfrm>
        <a:off x="647" y="3691732"/>
        <a:ext cx="2819244" cy="902158"/>
      </dsp:txXfrm>
    </dsp:sp>
    <dsp:sp modelId="{41CC5C01-3600-409A-8D57-0CDE27E47CDB}">
      <dsp:nvSpPr>
        <dsp:cNvPr id="0" name=""/>
        <dsp:cNvSpPr/>
      </dsp:nvSpPr>
      <dsp:spPr>
        <a:xfrm>
          <a:off x="4116743" y="3438000"/>
          <a:ext cx="1409622" cy="1409622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5F393B-51FC-4A1E-957A-0D95A231C863}">
      <dsp:nvSpPr>
        <dsp:cNvPr id="0" name=""/>
        <dsp:cNvSpPr/>
      </dsp:nvSpPr>
      <dsp:spPr>
        <a:xfrm>
          <a:off x="4116743" y="3438000"/>
          <a:ext cx="1409622" cy="1409622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ADD28-C069-412D-B298-928A10D03FD6}">
      <dsp:nvSpPr>
        <dsp:cNvPr id="0" name=""/>
        <dsp:cNvSpPr/>
      </dsp:nvSpPr>
      <dsp:spPr>
        <a:xfrm>
          <a:off x="3411932" y="3691732"/>
          <a:ext cx="2819244" cy="9021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bg1"/>
              </a:solidFill>
              <a:latin typeface="+mj-lt"/>
            </a:rPr>
            <a:t>Levels of study</a:t>
          </a:r>
          <a:endParaRPr lang="en-US" sz="2400" kern="1200" dirty="0">
            <a:solidFill>
              <a:schemeClr val="bg1"/>
            </a:solidFill>
            <a:latin typeface="+mj-lt"/>
          </a:endParaRPr>
        </a:p>
      </dsp:txBody>
      <dsp:txXfrm>
        <a:off x="3411932" y="3691732"/>
        <a:ext cx="2819244" cy="902158"/>
      </dsp:txXfrm>
    </dsp:sp>
    <dsp:sp modelId="{8AD57D6E-DEE7-4D6A-88CF-8761642B5E77}">
      <dsp:nvSpPr>
        <dsp:cNvPr id="0" name=""/>
        <dsp:cNvSpPr/>
      </dsp:nvSpPr>
      <dsp:spPr>
        <a:xfrm>
          <a:off x="7528029" y="3438000"/>
          <a:ext cx="1409622" cy="1409622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B648DA-1585-400A-83E4-DFCBC123CFF5}">
      <dsp:nvSpPr>
        <dsp:cNvPr id="0" name=""/>
        <dsp:cNvSpPr/>
      </dsp:nvSpPr>
      <dsp:spPr>
        <a:xfrm>
          <a:off x="7528029" y="3438000"/>
          <a:ext cx="1409622" cy="1409622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A5F26E-5DDB-4FC5-85B6-2225B1DAAA5C}">
      <dsp:nvSpPr>
        <dsp:cNvPr id="0" name=""/>
        <dsp:cNvSpPr/>
      </dsp:nvSpPr>
      <dsp:spPr>
        <a:xfrm>
          <a:off x="6823218" y="3691732"/>
          <a:ext cx="2819244" cy="9021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bg1"/>
              </a:solidFill>
              <a:latin typeface="+mj-lt"/>
            </a:rPr>
            <a:t>Memory capacity</a:t>
          </a:r>
          <a:endParaRPr lang="en-US" sz="2400" kern="1200" dirty="0">
            <a:solidFill>
              <a:schemeClr val="bg1"/>
            </a:solidFill>
            <a:latin typeface="+mj-lt"/>
          </a:endParaRPr>
        </a:p>
      </dsp:txBody>
      <dsp:txXfrm>
        <a:off x="6823218" y="3691732"/>
        <a:ext cx="2819244" cy="9021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73EB1-16C5-4FCF-B49F-28A3072BBB67}">
      <dsp:nvSpPr>
        <dsp:cNvPr id="0" name=""/>
        <dsp:cNvSpPr/>
      </dsp:nvSpPr>
      <dsp:spPr>
        <a:xfrm>
          <a:off x="1271290" y="1690982"/>
          <a:ext cx="2536270" cy="189043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1DAB6D-E1C1-46F6-82F2-70E8EAF18E0F}">
      <dsp:nvSpPr>
        <dsp:cNvPr id="0" name=""/>
        <dsp:cNvSpPr/>
      </dsp:nvSpPr>
      <dsp:spPr>
        <a:xfrm>
          <a:off x="1271290" y="1690982"/>
          <a:ext cx="2536270" cy="189043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C24CBA-FBA8-4CA4-B5CC-EC83AFCB0C84}">
      <dsp:nvSpPr>
        <dsp:cNvPr id="0" name=""/>
        <dsp:cNvSpPr/>
      </dsp:nvSpPr>
      <dsp:spPr>
        <a:xfrm>
          <a:off x="3155" y="2031261"/>
          <a:ext cx="5072540" cy="12098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bg1"/>
              </a:solidFill>
              <a:latin typeface="+mj-lt"/>
            </a:rPr>
            <a:t>Focusing on the resources’ characteristics</a:t>
          </a:r>
          <a:endParaRPr lang="en-US" sz="2400" kern="1200" dirty="0">
            <a:solidFill>
              <a:schemeClr val="bg1"/>
            </a:solidFill>
            <a:latin typeface="+mj-lt"/>
          </a:endParaRPr>
        </a:p>
      </dsp:txBody>
      <dsp:txXfrm>
        <a:off x="3155" y="2031261"/>
        <a:ext cx="5072540" cy="1209881"/>
      </dsp:txXfrm>
    </dsp:sp>
    <dsp:sp modelId="{8DF68094-2E8C-421D-A6C9-EA3647AD1B72}">
      <dsp:nvSpPr>
        <dsp:cNvPr id="0" name=""/>
        <dsp:cNvSpPr/>
      </dsp:nvSpPr>
      <dsp:spPr>
        <a:xfrm>
          <a:off x="7008622" y="1690982"/>
          <a:ext cx="2277884" cy="189043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6E972B-B48C-4B32-9295-2F4DD6EC4C03}">
      <dsp:nvSpPr>
        <dsp:cNvPr id="0" name=""/>
        <dsp:cNvSpPr/>
      </dsp:nvSpPr>
      <dsp:spPr>
        <a:xfrm>
          <a:off x="7008622" y="1690982"/>
          <a:ext cx="2277884" cy="189043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9191E8-3032-4298-8B7C-264B16B2C520}">
      <dsp:nvSpPr>
        <dsp:cNvPr id="0" name=""/>
        <dsp:cNvSpPr/>
      </dsp:nvSpPr>
      <dsp:spPr>
        <a:xfrm>
          <a:off x="5869679" y="2031261"/>
          <a:ext cx="4555769" cy="12098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bg1"/>
              </a:solidFill>
              <a:latin typeface="+mj-lt"/>
            </a:rPr>
            <a:t>Exploring the internal correlation between learning materials</a:t>
          </a:r>
          <a:endParaRPr lang="en-US" sz="2400" kern="1200" dirty="0">
            <a:solidFill>
              <a:schemeClr val="bg1"/>
            </a:solidFill>
            <a:latin typeface="+mj-lt"/>
          </a:endParaRPr>
        </a:p>
      </dsp:txBody>
      <dsp:txXfrm>
        <a:off x="5869679" y="2031261"/>
        <a:ext cx="4555769" cy="12098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5C57E4-B593-45CB-84DF-1ED0B3BD6B14}">
      <dsp:nvSpPr>
        <dsp:cNvPr id="0" name=""/>
        <dsp:cNvSpPr/>
      </dsp:nvSpPr>
      <dsp:spPr>
        <a:xfrm>
          <a:off x="3228918" y="801189"/>
          <a:ext cx="5353938" cy="5353938"/>
        </a:xfrm>
        <a:prstGeom prst="blockArc">
          <a:avLst>
            <a:gd name="adj1" fmla="val 11880000"/>
            <a:gd name="adj2" fmla="val 16200000"/>
            <a:gd name="adj3" fmla="val 463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6DEA7-3A07-4692-9C9E-D5778BFD1E5F}">
      <dsp:nvSpPr>
        <dsp:cNvPr id="0" name=""/>
        <dsp:cNvSpPr/>
      </dsp:nvSpPr>
      <dsp:spPr>
        <a:xfrm>
          <a:off x="3228918" y="801189"/>
          <a:ext cx="5353938" cy="5353938"/>
        </a:xfrm>
        <a:prstGeom prst="blockArc">
          <a:avLst>
            <a:gd name="adj1" fmla="val 7560000"/>
            <a:gd name="adj2" fmla="val 11880000"/>
            <a:gd name="adj3" fmla="val 463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87DF8-B324-4FAA-A5F9-F2B5A467AFB2}">
      <dsp:nvSpPr>
        <dsp:cNvPr id="0" name=""/>
        <dsp:cNvSpPr/>
      </dsp:nvSpPr>
      <dsp:spPr>
        <a:xfrm>
          <a:off x="3228918" y="801189"/>
          <a:ext cx="5353938" cy="5353938"/>
        </a:xfrm>
        <a:prstGeom prst="blockArc">
          <a:avLst>
            <a:gd name="adj1" fmla="val 3240000"/>
            <a:gd name="adj2" fmla="val 7560000"/>
            <a:gd name="adj3" fmla="val 463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073B3-C259-4D3F-B7E7-B0BE33E18955}">
      <dsp:nvSpPr>
        <dsp:cNvPr id="0" name=""/>
        <dsp:cNvSpPr/>
      </dsp:nvSpPr>
      <dsp:spPr>
        <a:xfrm>
          <a:off x="3228918" y="801189"/>
          <a:ext cx="5353938" cy="5353938"/>
        </a:xfrm>
        <a:prstGeom prst="blockArc">
          <a:avLst>
            <a:gd name="adj1" fmla="val 20520000"/>
            <a:gd name="adj2" fmla="val 3240000"/>
            <a:gd name="adj3" fmla="val 463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37AE5-8B87-4C86-9F4F-BC813D126969}">
      <dsp:nvSpPr>
        <dsp:cNvPr id="0" name=""/>
        <dsp:cNvSpPr/>
      </dsp:nvSpPr>
      <dsp:spPr>
        <a:xfrm>
          <a:off x="3228918" y="801189"/>
          <a:ext cx="5353938" cy="5353938"/>
        </a:xfrm>
        <a:prstGeom prst="blockArc">
          <a:avLst>
            <a:gd name="adj1" fmla="val 16200000"/>
            <a:gd name="adj2" fmla="val 20520000"/>
            <a:gd name="adj3" fmla="val 463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1073B-9953-4354-8070-00E5ED198C13}">
      <dsp:nvSpPr>
        <dsp:cNvPr id="0" name=""/>
        <dsp:cNvSpPr/>
      </dsp:nvSpPr>
      <dsp:spPr>
        <a:xfrm>
          <a:off x="4673799" y="2246070"/>
          <a:ext cx="2464177" cy="2464177"/>
        </a:xfrm>
        <a:prstGeom prst="ellipse">
          <a:avLst/>
        </a:prstGeom>
        <a:solidFill>
          <a:srgbClr val="63B7C6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solidFill>
                <a:srgbClr val="00243A"/>
              </a:solidFill>
            </a:rPr>
            <a:t>Identified Research Gaps</a:t>
          </a:r>
          <a:endParaRPr lang="en-US" sz="3000" kern="1200" dirty="0">
            <a:solidFill>
              <a:srgbClr val="00243A"/>
            </a:solidFill>
          </a:endParaRPr>
        </a:p>
      </dsp:txBody>
      <dsp:txXfrm>
        <a:off x="5034669" y="2606940"/>
        <a:ext cx="1742437" cy="1742437"/>
      </dsp:txXfrm>
    </dsp:sp>
    <dsp:sp modelId="{B5E1B498-5A1B-4E3D-9469-5A38AD50E33A}">
      <dsp:nvSpPr>
        <dsp:cNvPr id="0" name=""/>
        <dsp:cNvSpPr/>
      </dsp:nvSpPr>
      <dsp:spPr>
        <a:xfrm>
          <a:off x="4656206" y="824"/>
          <a:ext cx="2499363" cy="1724923"/>
        </a:xfrm>
        <a:prstGeom prst="ellipse">
          <a:avLst/>
        </a:prstGeom>
        <a:solidFill>
          <a:srgbClr val="1033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63B7C6"/>
              </a:solidFill>
              <a:latin typeface="+mj-lt"/>
            </a:rPr>
            <a:t>Not Providing Transparent Explanations For Actions &amp; Recommendations (Explainable AI)</a:t>
          </a:r>
          <a:endParaRPr lang="en-US" sz="1600" kern="1200" dirty="0">
            <a:solidFill>
              <a:srgbClr val="63B7C6"/>
            </a:solidFill>
            <a:latin typeface="+mj-lt"/>
          </a:endParaRPr>
        </a:p>
      </dsp:txBody>
      <dsp:txXfrm>
        <a:off x="5022229" y="253433"/>
        <a:ext cx="1767317" cy="1219705"/>
      </dsp:txXfrm>
    </dsp:sp>
    <dsp:sp modelId="{5E78EB5E-3E69-4D6C-BA60-B8747BF5AD4D}">
      <dsp:nvSpPr>
        <dsp:cNvPr id="0" name=""/>
        <dsp:cNvSpPr/>
      </dsp:nvSpPr>
      <dsp:spPr>
        <a:xfrm>
          <a:off x="7220348" y="1807657"/>
          <a:ext cx="2344861" cy="1724923"/>
        </a:xfrm>
        <a:prstGeom prst="ellipse">
          <a:avLst/>
        </a:prstGeom>
        <a:solidFill>
          <a:srgbClr val="1033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63B7C6"/>
              </a:solidFill>
              <a:latin typeface="+mj-lt"/>
            </a:rPr>
            <a:t>Not Integrating Contextual Information (e.g. location, emotional state)</a:t>
          </a:r>
          <a:endParaRPr lang="en-US" sz="1600" kern="1200" dirty="0">
            <a:solidFill>
              <a:srgbClr val="63B7C6"/>
            </a:solidFill>
            <a:latin typeface="+mj-lt"/>
          </a:endParaRPr>
        </a:p>
      </dsp:txBody>
      <dsp:txXfrm>
        <a:off x="7563745" y="2060266"/>
        <a:ext cx="1658067" cy="1219705"/>
      </dsp:txXfrm>
    </dsp:sp>
    <dsp:sp modelId="{B1EE6899-D0AB-4482-B4A2-7D1A631364D9}">
      <dsp:nvSpPr>
        <dsp:cNvPr id="0" name=""/>
        <dsp:cNvSpPr/>
      </dsp:nvSpPr>
      <dsp:spPr>
        <a:xfrm>
          <a:off x="6223911" y="4731173"/>
          <a:ext cx="2437921" cy="1724923"/>
        </a:xfrm>
        <a:prstGeom prst="ellipse">
          <a:avLst/>
        </a:prstGeom>
        <a:solidFill>
          <a:srgbClr val="1033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63B7C6"/>
              </a:solidFill>
              <a:latin typeface="+mj-lt"/>
            </a:rPr>
            <a:t>Ignoring Students’ Learning Experience When Recommending Materials</a:t>
          </a:r>
          <a:endParaRPr lang="en-US" sz="1600" kern="1200" dirty="0">
            <a:solidFill>
              <a:srgbClr val="63B7C6"/>
            </a:solidFill>
            <a:latin typeface="+mj-lt"/>
          </a:endParaRPr>
        </a:p>
      </dsp:txBody>
      <dsp:txXfrm>
        <a:off x="6580936" y="4983782"/>
        <a:ext cx="1723871" cy="1219705"/>
      </dsp:txXfrm>
    </dsp:sp>
    <dsp:sp modelId="{01249732-E0EA-416A-BDD1-15323F6C702A}">
      <dsp:nvSpPr>
        <dsp:cNvPr id="0" name=""/>
        <dsp:cNvSpPr/>
      </dsp:nvSpPr>
      <dsp:spPr>
        <a:xfrm>
          <a:off x="3114471" y="4731173"/>
          <a:ext cx="2508867" cy="1724923"/>
        </a:xfrm>
        <a:prstGeom prst="ellipse">
          <a:avLst/>
        </a:prstGeom>
        <a:solidFill>
          <a:srgbClr val="1033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63B7C6"/>
              </a:solidFill>
              <a:latin typeface="+mj-lt"/>
            </a:rPr>
            <a:t>Not Considering The Change In Students’ Learning Ability &amp; Interests Over Time</a:t>
          </a:r>
          <a:endParaRPr lang="en-US" sz="1600" kern="1200" dirty="0">
            <a:solidFill>
              <a:srgbClr val="63B7C6"/>
            </a:solidFill>
            <a:latin typeface="+mj-lt"/>
          </a:endParaRPr>
        </a:p>
      </dsp:txBody>
      <dsp:txXfrm>
        <a:off x="3481886" y="4983782"/>
        <a:ext cx="1774037" cy="1219705"/>
      </dsp:txXfrm>
    </dsp:sp>
    <dsp:sp modelId="{53263B92-B5FA-4499-849D-3C7D48339EBF}">
      <dsp:nvSpPr>
        <dsp:cNvPr id="0" name=""/>
        <dsp:cNvSpPr/>
      </dsp:nvSpPr>
      <dsp:spPr>
        <a:xfrm>
          <a:off x="2281349" y="1807657"/>
          <a:ext cx="2275295" cy="1724923"/>
        </a:xfrm>
        <a:prstGeom prst="ellipse">
          <a:avLst/>
        </a:prstGeom>
        <a:solidFill>
          <a:srgbClr val="1033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63B7C6"/>
              </a:solidFill>
              <a:latin typeface="+mj-lt"/>
            </a:rPr>
            <a:t>Leveraging AI To Enhance Collaborations &amp; Social Interactions</a:t>
          </a:r>
          <a:endParaRPr lang="en-US" sz="1600" kern="1200" dirty="0">
            <a:solidFill>
              <a:srgbClr val="63B7C6"/>
            </a:solidFill>
            <a:latin typeface="+mj-lt"/>
          </a:endParaRPr>
        </a:p>
      </dsp:txBody>
      <dsp:txXfrm>
        <a:off x="2614558" y="2060266"/>
        <a:ext cx="1608877" cy="12197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739E93-96A5-4953-B203-249699BD9C2D}">
      <dsp:nvSpPr>
        <dsp:cNvPr id="0" name=""/>
        <dsp:cNvSpPr/>
      </dsp:nvSpPr>
      <dsp:spPr>
        <a:xfrm>
          <a:off x="932530" y="2399349"/>
          <a:ext cx="9349036" cy="1059606"/>
        </a:xfrm>
        <a:prstGeom prst="rightArrow">
          <a:avLst/>
        </a:prstGeom>
        <a:solidFill>
          <a:srgbClr val="63B7C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3FF46-E87B-4FC1-A141-0CA92CB14EC0}">
      <dsp:nvSpPr>
        <dsp:cNvPr id="0" name=""/>
        <dsp:cNvSpPr/>
      </dsp:nvSpPr>
      <dsp:spPr>
        <a:xfrm>
          <a:off x="5054" y="1097279"/>
          <a:ext cx="2209809" cy="1463040"/>
        </a:xfrm>
        <a:prstGeom prst="round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Building The Database</a:t>
          </a:r>
          <a:endParaRPr lang="en-US" sz="1900" kern="1200" dirty="0"/>
        </a:p>
      </dsp:txBody>
      <dsp:txXfrm>
        <a:off x="76474" y="1168699"/>
        <a:ext cx="2066969" cy="1320200"/>
      </dsp:txXfrm>
    </dsp:sp>
    <dsp:sp modelId="{0449A328-065E-4490-84B8-EC33F6D2E75C}">
      <dsp:nvSpPr>
        <dsp:cNvPr id="0" name=""/>
        <dsp:cNvSpPr/>
      </dsp:nvSpPr>
      <dsp:spPr>
        <a:xfrm>
          <a:off x="2325354" y="1097279"/>
          <a:ext cx="2209809" cy="1463040"/>
        </a:xfrm>
        <a:prstGeom prst="round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Collecting Behavioral Patterns From Data</a:t>
          </a:r>
          <a:endParaRPr lang="en-US" sz="1900" kern="1200" dirty="0"/>
        </a:p>
      </dsp:txBody>
      <dsp:txXfrm>
        <a:off x="2396774" y="1168699"/>
        <a:ext cx="2066969" cy="1320200"/>
      </dsp:txXfrm>
    </dsp:sp>
    <dsp:sp modelId="{84D8FED3-463E-4BD0-A42F-AB4F3350F2FD}">
      <dsp:nvSpPr>
        <dsp:cNvPr id="0" name=""/>
        <dsp:cNvSpPr/>
      </dsp:nvSpPr>
      <dsp:spPr>
        <a:xfrm>
          <a:off x="4645655" y="1097279"/>
          <a:ext cx="2209809" cy="1463040"/>
        </a:xfrm>
        <a:prstGeom prst="round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Classifying Students Into Groups</a:t>
          </a:r>
          <a:endParaRPr lang="en-US" sz="1900" kern="1200" dirty="0"/>
        </a:p>
      </dsp:txBody>
      <dsp:txXfrm>
        <a:off x="4717075" y="1168699"/>
        <a:ext cx="2066969" cy="1320200"/>
      </dsp:txXfrm>
    </dsp:sp>
    <dsp:sp modelId="{CBC31F1E-0571-4F20-BF0F-AD469600A843}">
      <dsp:nvSpPr>
        <dsp:cNvPr id="0" name=""/>
        <dsp:cNvSpPr/>
      </dsp:nvSpPr>
      <dsp:spPr>
        <a:xfrm>
          <a:off x="6965955" y="1097279"/>
          <a:ext cx="2209809" cy="1463040"/>
        </a:xfrm>
        <a:prstGeom prst="round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Extracting Content Features</a:t>
          </a:r>
          <a:endParaRPr lang="en-US" sz="1900" kern="1200" dirty="0"/>
        </a:p>
      </dsp:txBody>
      <dsp:txXfrm>
        <a:off x="7037375" y="1168699"/>
        <a:ext cx="2066969" cy="1320200"/>
      </dsp:txXfrm>
    </dsp:sp>
    <dsp:sp modelId="{94F38729-4912-4412-BF45-7F97C81E0108}">
      <dsp:nvSpPr>
        <dsp:cNvPr id="0" name=""/>
        <dsp:cNvSpPr/>
      </dsp:nvSpPr>
      <dsp:spPr>
        <a:xfrm>
          <a:off x="9286255" y="1097279"/>
          <a:ext cx="2209809" cy="1463040"/>
        </a:xfrm>
        <a:prstGeom prst="round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Designing The Recommendation Algorithm (</a:t>
          </a:r>
          <a:r>
            <a:rPr lang="en-US" sz="1900" kern="1200" dirty="0" err="1" smtClean="0"/>
            <a:t>LinUCB</a:t>
          </a:r>
          <a:r>
            <a:rPr lang="en-US" sz="1900" kern="1200" dirty="0" smtClean="0"/>
            <a:t>)</a:t>
          </a:r>
          <a:endParaRPr lang="en-US" sz="1900" kern="1200" dirty="0"/>
        </a:p>
      </dsp:txBody>
      <dsp:txXfrm>
        <a:off x="9357675" y="1168699"/>
        <a:ext cx="2066969" cy="1320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22-Feb-26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22-Feb-26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=""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=""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=""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=""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=""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=""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=""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=""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=""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=""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=""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=""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=""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=""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=""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=""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=""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=""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=""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=""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=""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=""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=""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=""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=""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=""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=""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=""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=""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=""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=""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=""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=""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=""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=""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=""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=""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=""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=""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=""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=""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=""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=""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=""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=""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=""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=""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=""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=""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=""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=""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=""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=""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=""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=""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=""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=""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=""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=""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=""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=""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=""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=""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=""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=""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11" Type="http://schemas.openxmlformats.org/officeDocument/2006/relationships/image" Target="../media/image20.png"/><Relationship Id="rId5" Type="http://schemas.openxmlformats.org/officeDocument/2006/relationships/diagramColors" Target="../diagrams/colors6.xml"/><Relationship Id="rId10" Type="http://schemas.openxmlformats.org/officeDocument/2006/relationships/image" Target="../media/image19.pn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666920X22000054#sec5" TargetMode="External"/><Relationship Id="rId7" Type="http://schemas.openxmlformats.org/officeDocument/2006/relationships/hyperlink" Target="https://www.sciencedirect.com/science/article/pii/S2666920X25000694?__cf_chl_tk=QEusUD4XH40LeVfkb8ivU4jU_L_mwsdNx5sJKhw6Y8o-1771638185-1.0.1.1-uBWhLyK3IbncEDiX._1Nd9epfoH.BDfyTVfSyM6MD3E" TargetMode="External"/><Relationship Id="rId2" Type="http://schemas.openxmlformats.org/officeDocument/2006/relationships/hyperlink" Target="https://www.mdpi.com/2227-7102/13/12/1216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edium.com/data-science/recommender-systems-using-linucb-a-contextual-multi-armed-bandit-approach-35a6f0eb6c4" TargetMode="External"/><Relationship Id="rId5" Type="http://schemas.openxmlformats.org/officeDocument/2006/relationships/hyperlink" Target="https://pmc.ncbi.nlm.nih.gov/articles/PMC8733000/#s5" TargetMode="External"/><Relationship Id="rId4" Type="http://schemas.openxmlformats.org/officeDocument/2006/relationships/hyperlink" Target="https://link.springer.com/article/10.1007/s11257-025-09434-4#Sec33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868" y="2147977"/>
            <a:ext cx="9592571" cy="3277003"/>
          </a:xfrm>
        </p:spPr>
        <p:txBody>
          <a:bodyPr/>
          <a:lstStyle/>
          <a:p>
            <a:r>
              <a:rPr lang="en-US" sz="5400" dirty="0" err="1" smtClean="0"/>
              <a:t>SmartGuard</a:t>
            </a:r>
            <a:r>
              <a:rPr lang="en-US" sz="5400" dirty="0" smtClean="0"/>
              <a:t>: A Web Safety &amp; Personalization Platform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2868" y="5628046"/>
            <a:ext cx="7077456" cy="86868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Presentation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4731590"/>
            <a:ext cx="7781544" cy="859055"/>
          </a:xfrm>
        </p:spPr>
        <p:txBody>
          <a:bodyPr/>
          <a:lstStyle/>
          <a:p>
            <a:r>
              <a:rPr lang="en-US" dirty="0" smtClean="0"/>
              <a:t>1. Key Terms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Terms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758799"/>
            <a:ext cx="5157787" cy="397803"/>
          </a:xfrm>
        </p:spPr>
        <p:txBody>
          <a:bodyPr/>
          <a:lstStyle/>
          <a:p>
            <a:r>
              <a:rPr lang="en-US" dirty="0" smtClean="0">
                <a:solidFill>
                  <a:srgbClr val="63B7C6"/>
                </a:solidFill>
              </a:rPr>
              <a:t>Adaptive Learning</a:t>
            </a:r>
            <a:endParaRPr lang="en-US" dirty="0">
              <a:solidFill>
                <a:srgbClr val="63B7C6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758798"/>
            <a:ext cx="5157788" cy="397803"/>
          </a:xfrm>
        </p:spPr>
        <p:txBody>
          <a:bodyPr/>
          <a:lstStyle/>
          <a:p>
            <a:r>
              <a:rPr lang="en-US" dirty="0" smtClean="0">
                <a:solidFill>
                  <a:srgbClr val="63B7C6"/>
                </a:solidFill>
              </a:rPr>
              <a:t>Educational Psychology</a:t>
            </a:r>
            <a:endParaRPr lang="en-US" dirty="0">
              <a:solidFill>
                <a:srgbClr val="63B7C6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211776"/>
            <a:ext cx="5157787" cy="129055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>
                <a:latin typeface="+mj-lt"/>
              </a:rPr>
              <a:t>Utilizing technology to provide personalized </a:t>
            </a:r>
            <a:r>
              <a:rPr lang="en-US" dirty="0">
                <a:latin typeface="+mj-lt"/>
              </a:rPr>
              <a:t>learning experiences tailored to individual </a:t>
            </a:r>
            <a:r>
              <a:rPr lang="en-US" dirty="0" smtClean="0">
                <a:latin typeface="+mj-lt"/>
              </a:rPr>
              <a:t>students’:</a:t>
            </a:r>
          </a:p>
          <a:p>
            <a:pPr marL="0" indent="0" algn="ctr">
              <a:buNone/>
            </a:pPr>
            <a:r>
              <a:rPr lang="en-US" dirty="0" smtClean="0">
                <a:latin typeface="+mj-lt"/>
              </a:rPr>
              <a:t>         . Needs     . Preferences        . Progress</a:t>
            </a:r>
            <a:endParaRPr lang="en-US" dirty="0">
              <a:latin typeface="+mj-lt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6488112" y="2036398"/>
            <a:ext cx="5183188" cy="12905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>
                <a:latin typeface="+mj-lt"/>
              </a:rPr>
              <a:t>Studying various psychological &amp; behavioral laws in educational practice in a broad sense</a:t>
            </a:r>
            <a:endParaRPr lang="en-US" dirty="0">
              <a:latin typeface="+mj-lt"/>
            </a:endParaRPr>
          </a:p>
          <a:p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="" xmlns:a16="http://schemas.microsoft.com/office/drawing/2014/main" id="{E0C87788-476B-4620-8002-A5C1177AD6C1}"/>
              </a:ext>
            </a:extLst>
          </p:cNvPr>
          <p:cNvSpPr txBox="1">
            <a:spLocks/>
          </p:cNvSpPr>
          <p:nvPr/>
        </p:nvSpPr>
        <p:spPr>
          <a:xfrm>
            <a:off x="444500" y="4179945"/>
            <a:ext cx="5157788" cy="397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63B7C6"/>
                </a:solidFill>
              </a:rPr>
              <a:t>Learner Model</a:t>
            </a:r>
            <a:endParaRPr lang="en-US" dirty="0">
              <a:solidFill>
                <a:srgbClr val="63B7C6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="" xmlns:a16="http://schemas.microsoft.com/office/drawing/2014/main" id="{000A9570-5EF6-4AFB-9FCA-7C8998E3FEB1}"/>
              </a:ext>
            </a:extLst>
          </p:cNvPr>
          <p:cNvSpPr txBox="1">
            <a:spLocks/>
          </p:cNvSpPr>
          <p:nvPr/>
        </p:nvSpPr>
        <p:spPr>
          <a:xfrm>
            <a:off x="431799" y="4598425"/>
            <a:ext cx="5183188" cy="129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 smtClean="0">
                <a:latin typeface="+mj-lt"/>
              </a:rPr>
              <a:t>The explicit representation of </a:t>
            </a:r>
            <a:r>
              <a:rPr lang="en-US" sz="2000" dirty="0">
                <a:latin typeface="+mj-lt"/>
              </a:rPr>
              <a:t>the individual characteristics and interaction data of a single learner in the form of a machine internal representation</a:t>
            </a:r>
            <a:endParaRPr lang="en-US" sz="2000" dirty="0" smtClean="0">
              <a:latin typeface="+mj-lt"/>
            </a:endParaRPr>
          </a:p>
          <a:p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6090249" y="1362974"/>
            <a:ext cx="34506" cy="4822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0" y="3812873"/>
            <a:ext cx="12192000" cy="8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="" xmlns:a16="http://schemas.microsoft.com/office/drawing/2014/main" id="{000A9570-5EF6-4AFB-9FCA-7C8998E3FEB1}"/>
              </a:ext>
            </a:extLst>
          </p:cNvPr>
          <p:cNvSpPr txBox="1">
            <a:spLocks/>
          </p:cNvSpPr>
          <p:nvPr/>
        </p:nvSpPr>
        <p:spPr>
          <a:xfrm>
            <a:off x="6600017" y="4607046"/>
            <a:ext cx="5183188" cy="129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 smtClean="0">
                <a:latin typeface="+mj-lt"/>
              </a:rPr>
              <a:t>A contextual bandit algorithm </a:t>
            </a:r>
            <a:r>
              <a:rPr lang="en-US" sz="2000" dirty="0">
                <a:latin typeface="+mj-lt"/>
              </a:rPr>
              <a:t>used in recommendation systems to personalize content</a:t>
            </a:r>
            <a:endParaRPr lang="en-US" sz="2000" dirty="0" smtClean="0">
              <a:latin typeface="+mj-lt"/>
            </a:endParaRPr>
          </a:p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="" xmlns:a16="http://schemas.microsoft.com/office/drawing/2014/main" id="{E0C87788-476B-4620-8002-A5C1177AD6C1}"/>
              </a:ext>
            </a:extLst>
          </p:cNvPr>
          <p:cNvSpPr txBox="1">
            <a:spLocks/>
          </p:cNvSpPr>
          <p:nvPr/>
        </p:nvSpPr>
        <p:spPr>
          <a:xfrm>
            <a:off x="6800301" y="4176079"/>
            <a:ext cx="5157788" cy="3978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63B7C6"/>
                </a:solidFill>
              </a:rPr>
              <a:t>Linear Upper Confidence Bound (</a:t>
            </a:r>
            <a:r>
              <a:rPr lang="en-US" dirty="0" err="1" smtClean="0">
                <a:solidFill>
                  <a:srgbClr val="63B7C6"/>
                </a:solidFill>
              </a:rPr>
              <a:t>LinUCB</a:t>
            </a:r>
            <a:r>
              <a:rPr lang="en-US" dirty="0" smtClean="0">
                <a:solidFill>
                  <a:srgbClr val="63B7C6"/>
                </a:solidFill>
              </a:rPr>
              <a:t>)</a:t>
            </a:r>
            <a:endParaRPr lang="en-US" dirty="0">
              <a:solidFill>
                <a:srgbClr val="63B7C6"/>
              </a:solidFill>
            </a:endParaRPr>
          </a:p>
        </p:txBody>
      </p:sp>
      <p:pic>
        <p:nvPicPr>
          <p:cNvPr id="2050" name="Picture 2" descr="Adaptive learning - Free user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239" y="1620304"/>
            <a:ext cx="536297" cy="53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01" y="1542356"/>
            <a:ext cx="664939" cy="698560"/>
          </a:xfrm>
          <a:prstGeom prst="rect">
            <a:avLst/>
          </a:prstGeom>
        </p:spPr>
      </p:pic>
      <p:pic>
        <p:nvPicPr>
          <p:cNvPr id="2054" name="Picture 6" descr="Learner - Free user ic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239" y="3997901"/>
            <a:ext cx="562702" cy="56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rtificial Intelligence Training | Artificial Intelligence Course |  SpringPeop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327" y="4002937"/>
            <a:ext cx="608973" cy="60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4731590"/>
            <a:ext cx="7781544" cy="859055"/>
          </a:xfrm>
        </p:spPr>
        <p:txBody>
          <a:bodyPr/>
          <a:lstStyle/>
          <a:p>
            <a:r>
              <a:rPr lang="en-US" dirty="0" smtClean="0"/>
              <a:t>2. The Role of AI &amp; ML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82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Role of AI &amp; ML in Adaptive Learning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76150775"/>
              </p:ext>
            </p:extLst>
          </p:nvPr>
        </p:nvGraphicFramePr>
        <p:xfrm>
          <a:off x="444500" y="1293069"/>
          <a:ext cx="11198886" cy="5022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7656" y="4116224"/>
            <a:ext cx="1508904" cy="1508904"/>
          </a:xfrm>
          <a:prstGeom prst="rect">
            <a:avLst/>
          </a:prstGeom>
        </p:spPr>
      </p:pic>
      <p:pic>
        <p:nvPicPr>
          <p:cNvPr id="1028" name="Picture 4" descr="Data analysis - Free computer icon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023" y="4261389"/>
            <a:ext cx="1224651" cy="122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.4 Learner–instructor connection: Designing courses with personality –  Humanizing Virtual Learni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0352" y="4212058"/>
            <a:ext cx="1317235" cy="131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74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4904118"/>
            <a:ext cx="8924372" cy="85905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3. Recommendation</a:t>
            </a:r>
            <a:br>
              <a:rPr lang="en-US" dirty="0" smtClean="0"/>
            </a:br>
            <a:r>
              <a:rPr lang="en-US" dirty="0" smtClean="0"/>
              <a:t>    Algorithms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36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 smtClean="0"/>
              <a:t>Recommendation</a:t>
            </a:r>
            <a:r>
              <a:rPr lang="en-US" dirty="0" smtClean="0"/>
              <a:t> </a:t>
            </a:r>
            <a:r>
              <a:rPr lang="en-US" sz="4000" dirty="0" smtClean="0"/>
              <a:t>Algorithms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879073945"/>
              </p:ext>
            </p:extLst>
          </p:nvPr>
        </p:nvGraphicFramePr>
        <p:xfrm>
          <a:off x="1710346" y="107897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6" name="Picture 4" descr="File:User icon-cp.png - Wikimedia Comm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374" y="1635760"/>
            <a:ext cx="919954" cy="114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earning material - Free education icon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090" y="3146703"/>
            <a:ext cx="1237043" cy="123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lus - Free shapes and symbols icon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366" y="4638845"/>
            <a:ext cx="1603693" cy="16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2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 smtClean="0"/>
              <a:t>I. User-Based Recommendations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705948132"/>
              </p:ext>
            </p:extLst>
          </p:nvPr>
        </p:nvGraphicFramePr>
        <p:xfrm>
          <a:off x="1229995" y="542925"/>
          <a:ext cx="9643110" cy="6283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Preference - Free marketing ic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695" y="4897120"/>
            <a:ext cx="963613" cy="96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7440" y="4897120"/>
            <a:ext cx="963613" cy="963613"/>
          </a:xfrm>
          <a:prstGeom prst="rect">
            <a:avLst/>
          </a:prstGeom>
        </p:spPr>
      </p:pic>
      <p:pic>
        <p:nvPicPr>
          <p:cNvPr id="4102" name="Picture 6" descr="Memory - Free miscellaneous icon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615" y="4898708"/>
            <a:ext cx="962025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85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 smtClean="0"/>
              <a:t>II. Item-Based Recommendations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523179425"/>
              </p:ext>
            </p:extLst>
          </p:nvPr>
        </p:nvGraphicFramePr>
        <p:xfrm>
          <a:off x="823595" y="792479"/>
          <a:ext cx="10428605" cy="5272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4" name="Picture 4" descr="Book - Free education ic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015" y="3797932"/>
            <a:ext cx="2115187" cy="211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Download Free Network graph Icons in PNG &amp; SV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015" y="4003040"/>
            <a:ext cx="1910080" cy="191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88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4822838"/>
            <a:ext cx="8924372" cy="859055"/>
          </a:xfrm>
        </p:spPr>
        <p:txBody>
          <a:bodyPr>
            <a:normAutofit/>
          </a:bodyPr>
          <a:lstStyle/>
          <a:p>
            <a:r>
              <a:rPr lang="en-US" dirty="0" smtClean="0"/>
              <a:t>4. Research Gaps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8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18897210"/>
              </p:ext>
            </p:extLst>
          </p:nvPr>
        </p:nvGraphicFramePr>
        <p:xfrm>
          <a:off x="91440" y="176106"/>
          <a:ext cx="11846560" cy="6504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293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4924438"/>
            <a:ext cx="8924372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5</a:t>
            </a:r>
            <a:r>
              <a:rPr lang="en-US" dirty="0" smtClean="0"/>
              <a:t>. Where To Start The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Implementation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02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The Database 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E8EEB296-8554-4D20-B3B8-C0BBC380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58079"/>
              </p:ext>
            </p:extLst>
          </p:nvPr>
        </p:nvGraphicFramePr>
        <p:xfrm>
          <a:off x="591820" y="3220718"/>
          <a:ext cx="5300980" cy="26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245">
                  <a:extLst>
                    <a:ext uri="{9D8B030D-6E8A-4147-A177-3AD203B41FA5}">
                      <a16:colId xmlns="" xmlns:a16="http://schemas.microsoft.com/office/drawing/2014/main" val="3559833401"/>
                    </a:ext>
                  </a:extLst>
                </a:gridCol>
                <a:gridCol w="1325245">
                  <a:extLst>
                    <a:ext uri="{9D8B030D-6E8A-4147-A177-3AD203B41FA5}">
                      <a16:colId xmlns="" xmlns:a16="http://schemas.microsoft.com/office/drawing/2014/main" val="82523989"/>
                    </a:ext>
                  </a:extLst>
                </a:gridCol>
                <a:gridCol w="1325245">
                  <a:extLst>
                    <a:ext uri="{9D8B030D-6E8A-4147-A177-3AD203B41FA5}">
                      <a16:colId xmlns="" xmlns:a16="http://schemas.microsoft.com/office/drawing/2014/main" val="3211310719"/>
                    </a:ext>
                  </a:extLst>
                </a:gridCol>
                <a:gridCol w="1325245">
                  <a:extLst>
                    <a:ext uri="{9D8B030D-6E8A-4147-A177-3AD203B41FA5}">
                      <a16:colId xmlns="" xmlns:a16="http://schemas.microsoft.com/office/drawing/2014/main" val="4160613981"/>
                    </a:ext>
                  </a:extLst>
                </a:gridCol>
              </a:tblGrid>
              <a:tr h="63776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latin typeface="+mn-lt"/>
                          <a:cs typeface="Arial" panose="020B0604020202020204" pitchFamily="34" charset="0"/>
                        </a:rPr>
                        <a:t>StudentID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latin typeface="+mn-lt"/>
                          <a:cs typeface="Arial" panose="020B0604020202020204" pitchFamily="34" charset="0"/>
                        </a:rPr>
                        <a:t>Name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latin typeface="+mn-lt"/>
                          <a:cs typeface="Arial" panose="020B0604020202020204" pitchFamily="34" charset="0"/>
                        </a:rPr>
                        <a:t>Age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 smtClean="0">
                          <a:latin typeface="+mn-lt"/>
                          <a:cs typeface="Arial" panose="020B0604020202020204" pitchFamily="34" charset="0"/>
                        </a:rPr>
                        <a:t>Sensitivity_Score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66630617"/>
                  </a:ext>
                </a:extLst>
              </a:tr>
              <a:tr h="335666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46274366"/>
                  </a:ext>
                </a:extLst>
              </a:tr>
              <a:tr h="335666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58271508"/>
                  </a:ext>
                </a:extLst>
              </a:tr>
              <a:tr h="335666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36384641"/>
                  </a:ext>
                </a:extLst>
              </a:tr>
              <a:tr h="335666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90935587"/>
                  </a:ext>
                </a:extLst>
              </a:tr>
              <a:tr h="335666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46909641"/>
                  </a:ext>
                </a:extLst>
              </a:tr>
              <a:tr h="335666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7204451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E8EEB296-8554-4D20-B3B8-C0BBC380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49248"/>
              </p:ext>
            </p:extLst>
          </p:nvPr>
        </p:nvGraphicFramePr>
        <p:xfrm>
          <a:off x="6482080" y="3210560"/>
          <a:ext cx="5300980" cy="2661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245">
                  <a:extLst>
                    <a:ext uri="{9D8B030D-6E8A-4147-A177-3AD203B41FA5}">
                      <a16:colId xmlns="" xmlns:a16="http://schemas.microsoft.com/office/drawing/2014/main" val="3559833401"/>
                    </a:ext>
                  </a:extLst>
                </a:gridCol>
                <a:gridCol w="1325245">
                  <a:extLst>
                    <a:ext uri="{9D8B030D-6E8A-4147-A177-3AD203B41FA5}">
                      <a16:colId xmlns="" xmlns:a16="http://schemas.microsoft.com/office/drawing/2014/main" val="82523989"/>
                    </a:ext>
                  </a:extLst>
                </a:gridCol>
                <a:gridCol w="1325245">
                  <a:extLst>
                    <a:ext uri="{9D8B030D-6E8A-4147-A177-3AD203B41FA5}">
                      <a16:colId xmlns="" xmlns:a16="http://schemas.microsoft.com/office/drawing/2014/main" val="3211310719"/>
                    </a:ext>
                  </a:extLst>
                </a:gridCol>
                <a:gridCol w="1325245">
                  <a:extLst>
                    <a:ext uri="{9D8B030D-6E8A-4147-A177-3AD203B41FA5}">
                      <a16:colId xmlns="" xmlns:a16="http://schemas.microsoft.com/office/drawing/2014/main" val="4160613981"/>
                    </a:ext>
                  </a:extLst>
                </a:gridCol>
              </a:tblGrid>
              <a:tr h="83311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latin typeface="+mn-lt"/>
                          <a:cs typeface="Arial" panose="020B0604020202020204" pitchFamily="34" charset="0"/>
                        </a:rPr>
                        <a:t>StudentID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latin typeface="+mn-lt"/>
                          <a:cs typeface="Arial" panose="020B0604020202020204" pitchFamily="34" charset="0"/>
                        </a:rPr>
                        <a:t>Webpage_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latin typeface="+mn-lt"/>
                          <a:cs typeface="Arial" panose="020B0604020202020204" pitchFamily="34" charset="0"/>
                        </a:rPr>
                        <a:t>URL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 smtClean="0">
                          <a:latin typeface="+mn-lt"/>
                          <a:cs typeface="Arial" panose="020B0604020202020204" pitchFamily="34" charset="0"/>
                        </a:rPr>
                        <a:t>Visit_Time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latin typeface="+mn-lt"/>
                          <a:cs typeface="Arial" panose="020B0604020202020204" pitchFamily="34" charset="0"/>
                        </a:rPr>
                        <a:t>Webpage_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latin typeface="+mn-lt"/>
                          <a:cs typeface="Arial" panose="020B0604020202020204" pitchFamily="34" charset="0"/>
                        </a:rPr>
                        <a:t>Se</a:t>
                      </a:r>
                      <a:r>
                        <a:rPr lang="en-GB" sz="1600" b="0" dirty="0" err="1" smtClean="0">
                          <a:latin typeface="+mn-lt"/>
                          <a:cs typeface="Arial" panose="020B0604020202020204" pitchFamily="34" charset="0"/>
                        </a:rPr>
                        <a:t>nsitivity_Score</a:t>
                      </a:r>
                      <a:endParaRPr lang="en-US" sz="1600" b="0" dirty="0" smtClean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66630617"/>
                  </a:ext>
                </a:extLst>
              </a:tr>
              <a:tr h="182882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46274366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58271508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36384641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90935587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46909641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7204451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01040" y="1808480"/>
            <a:ext cx="508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+mj-lt"/>
              </a:rPr>
              <a:t>Defining the schema for student profiles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72200" y="1808479"/>
            <a:ext cx="508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+mj-lt"/>
              </a:rPr>
              <a:t>Tracking each webpage visit in a </a:t>
            </a:r>
            <a:r>
              <a:rPr lang="en-US" sz="2800" dirty="0" err="1" smtClean="0">
                <a:solidFill>
                  <a:schemeClr val="bg1"/>
                </a:solidFill>
                <a:latin typeface="+mj-lt"/>
              </a:rPr>
              <a:t>Browser_Activity</a:t>
            </a:r>
            <a:r>
              <a:rPr lang="en-US" sz="2800" dirty="0" smtClean="0">
                <a:solidFill>
                  <a:schemeClr val="bg1"/>
                </a:solidFill>
                <a:latin typeface="+mj-lt"/>
              </a:rPr>
              <a:t> table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4"/>
            <a:ext cx="11214100" cy="535531"/>
          </a:xfrm>
        </p:spPr>
        <p:txBody>
          <a:bodyPr/>
          <a:lstStyle/>
          <a:p>
            <a:r>
              <a:rPr lang="en-US" dirty="0" smtClean="0"/>
              <a:t>Project Workflow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107553050"/>
              </p:ext>
            </p:extLst>
          </p:nvPr>
        </p:nvGraphicFramePr>
        <p:xfrm>
          <a:off x="444500" y="1867965"/>
          <a:ext cx="1150112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 descr="Database - Free seo and web ic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35" y="1867965"/>
            <a:ext cx="1258253" cy="125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Group - Free social media icon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267" y="1867965"/>
            <a:ext cx="1258253" cy="125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Behavior - Free people icon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75" y="1867965"/>
            <a:ext cx="1258253" cy="125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Order online - Free commerce and shopping icon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159" y="1867965"/>
            <a:ext cx="1259841" cy="1259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Machine Learning - Free computer icons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0631" y="1867329"/>
            <a:ext cx="1258889" cy="125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82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0240" y="1564640"/>
            <a:ext cx="10601960" cy="4431983"/>
          </a:xfrm>
          <a:prstGeom prst="rect">
            <a:avLst/>
          </a:prstGeom>
          <a:solidFill>
            <a:srgbClr val="63B7C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75AC"/>
                </a:solidFill>
                <a:hlinkClick r:id="rId2"/>
              </a:rPr>
              <a:t>https://</a:t>
            </a:r>
            <a:r>
              <a:rPr lang="en-US" sz="2400" dirty="0" smtClean="0">
                <a:solidFill>
                  <a:srgbClr val="0C75AC"/>
                </a:solidFill>
                <a:hlinkClick r:id="rId2"/>
              </a:rPr>
              <a:t>www.mdpi.com/2227-7102/13/12/1216</a:t>
            </a:r>
            <a:endParaRPr lang="en-US" sz="2400" dirty="0" smtClean="0">
              <a:solidFill>
                <a:srgbClr val="0C75A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75AC"/>
                </a:solidFill>
                <a:hlinkClick r:id="rId3"/>
              </a:rPr>
              <a:t>https://</a:t>
            </a:r>
            <a:r>
              <a:rPr lang="en-US" sz="2400" dirty="0" smtClean="0">
                <a:solidFill>
                  <a:srgbClr val="0C75AC"/>
                </a:solidFill>
                <a:hlinkClick r:id="rId3"/>
              </a:rPr>
              <a:t>www.sciencedirect.com/science/article/pii/S2666920X22000054#sec5</a:t>
            </a:r>
            <a:endParaRPr lang="en-US" sz="2400" dirty="0" smtClean="0">
              <a:solidFill>
                <a:srgbClr val="0C75A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75AC"/>
                </a:solidFill>
                <a:hlinkClick r:id="rId4"/>
              </a:rPr>
              <a:t>https://</a:t>
            </a:r>
            <a:r>
              <a:rPr lang="en-US" sz="2400" dirty="0" smtClean="0">
                <a:solidFill>
                  <a:srgbClr val="0C75AC"/>
                </a:solidFill>
                <a:hlinkClick r:id="rId4"/>
              </a:rPr>
              <a:t>link.springer.com/article/10.1007/s11257-025-09434-4#Sec33</a:t>
            </a:r>
            <a:endParaRPr lang="en-US" sz="2400" dirty="0" smtClean="0">
              <a:solidFill>
                <a:srgbClr val="0C75A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75AC"/>
                </a:solidFill>
                <a:hlinkClick r:id="rId5"/>
              </a:rPr>
              <a:t>https://pmc.ncbi.nlm.nih.gov/articles/PMC8733000/#</a:t>
            </a:r>
            <a:r>
              <a:rPr lang="en-US" sz="2400" dirty="0" smtClean="0">
                <a:solidFill>
                  <a:srgbClr val="0C75AC"/>
                </a:solidFill>
                <a:hlinkClick r:id="rId5"/>
              </a:rPr>
              <a:t>s5</a:t>
            </a:r>
            <a:endParaRPr lang="en-US" sz="2400" dirty="0" smtClean="0">
              <a:solidFill>
                <a:srgbClr val="0C75A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75AC"/>
                </a:solidFill>
                <a:hlinkClick r:id="rId6"/>
              </a:rPr>
              <a:t>https://</a:t>
            </a:r>
            <a:r>
              <a:rPr lang="en-US" sz="2400" dirty="0" smtClean="0">
                <a:solidFill>
                  <a:srgbClr val="0C75AC"/>
                </a:solidFill>
                <a:hlinkClick r:id="rId6"/>
              </a:rPr>
              <a:t>medium.com/data-science/recommender-systems-using-linucb-a-contextual-multi-armed-bandit-approach-35a6f0eb6c4</a:t>
            </a:r>
            <a:endParaRPr lang="en-US" sz="2400" dirty="0" smtClean="0">
              <a:solidFill>
                <a:srgbClr val="0C75A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75AC"/>
                </a:solidFill>
                <a:hlinkClick r:id="rId7"/>
              </a:rPr>
              <a:t>https://www.sciencedirect.com/science/article/pii/S2666920X25000694?__cf_chl_tk=QEusUD4XH40LeVfkb8ivU4jU_L_mwsdNx5sJKhw6Y8o-1771638185-1.0.1.1-uBWhLyK3IbncEDiX._</a:t>
            </a:r>
            <a:r>
              <a:rPr lang="en-US" sz="2400" dirty="0" smtClean="0">
                <a:solidFill>
                  <a:srgbClr val="0C75AC"/>
                </a:solidFill>
                <a:hlinkClick r:id="rId7"/>
              </a:rPr>
              <a:t>1Nd9epfoH.BDfyTVfSyM6MD3E</a:t>
            </a:r>
            <a:endParaRPr lang="en-US" sz="2400" dirty="0" smtClean="0">
              <a:solidFill>
                <a:srgbClr val="0C75AC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7356" y="3066000"/>
            <a:ext cx="4945598" cy="1243584"/>
          </a:xfrm>
        </p:spPr>
        <p:txBody>
          <a:bodyPr/>
          <a:lstStyle/>
          <a:p>
            <a:r>
              <a:rPr lang="en-US" dirty="0"/>
              <a:t>Thank </a:t>
            </a:r>
            <a:r>
              <a:rPr lang="en-US" dirty="0" smtClean="0"/>
              <a:t>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353</Words>
  <Application>Microsoft Office PowerPoint</Application>
  <PresentationFormat>Widescreen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Tahoma</vt:lpstr>
      <vt:lpstr>Trade Gothic LT Pro</vt:lpstr>
      <vt:lpstr>Trebuchet MS</vt:lpstr>
      <vt:lpstr>Office Theme</vt:lpstr>
      <vt:lpstr>SmartGuard: A Web Safety &amp; Personalization Platform</vt:lpstr>
      <vt:lpstr>1. Key Terms</vt:lpstr>
      <vt:lpstr>Key Terms</vt:lpstr>
      <vt:lpstr>2. The Role of AI &amp; ML</vt:lpstr>
      <vt:lpstr>The Role of AI &amp; ML in Adaptive Learning</vt:lpstr>
      <vt:lpstr>3. Recommendation     Algorithms</vt:lpstr>
      <vt:lpstr>Recommendation Algorithms</vt:lpstr>
      <vt:lpstr>I. User-Based Recommendations</vt:lpstr>
      <vt:lpstr>II. Item-Based Recommendations</vt:lpstr>
      <vt:lpstr>4. Research Gaps</vt:lpstr>
      <vt:lpstr>PowerPoint Presentation</vt:lpstr>
      <vt:lpstr>5. Where To Start The     Implementation</vt:lpstr>
      <vt:lpstr>Building The Database  </vt:lpstr>
      <vt:lpstr>Project Workflow</vt:lpstr>
      <vt:lpstr>References</vt:lpstr>
      <vt:lpstr>Thank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2026-02-21T13:28:06Z</dcterms:created>
  <dcterms:modified xsi:type="dcterms:W3CDTF">2026-02-22T02:42:26Z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