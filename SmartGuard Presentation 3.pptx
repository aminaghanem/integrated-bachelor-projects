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7" r:id="rId5"/>
    <p:sldId id="272" r:id="rId6"/>
    <p:sldId id="285" r:id="rId7"/>
    <p:sldId id="273" r:id="rId8"/>
    <p:sldId id="262" r:id="rId9"/>
    <p:sldId id="286" r:id="rId10"/>
    <p:sldId id="287" r:id="rId11"/>
    <p:sldId id="261" r:id="rId12"/>
    <p:sldId id="28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5779"/>
    <a:srgbClr val="59C5EC"/>
    <a:srgbClr val="E8EFF3"/>
    <a:srgbClr val="000000"/>
    <a:srgbClr val="5A82A0"/>
    <a:srgbClr val="7B6984"/>
    <a:srgbClr val="6D3B4F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3296810-A885-4BE3-A3E7-6D5BEEA58F3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15" autoAdjust="0"/>
  </p:normalViewPr>
  <p:slideViewPr>
    <p:cSldViewPr snapToGrid="0" showGuides="1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D1E0C90-1D4B-4894-A52F-6A61A87821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FC6E43D-3065-44B8-88CF-754AF46FCB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46A32-BF80-4EEB-9349-9686B10A492B}" type="datetimeFigureOut">
              <a:rPr lang="en-US" smtClean="0"/>
              <a:t>04-Apr-26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0CC3A23-7175-4E59-B38B-B4E81F5213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BF400A4-4A42-4A50-BC86-D7DA38EF2A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42A9F-EB4A-4976-901B-F47991B5E1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907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A9E41-F7BA-42D1-923E-C3B58F2FDEC1}" type="datetimeFigureOut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C6CC0-914F-4A6F-B8FE-1137B7ABBBE0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5645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4A9E66CD-99CC-45B1-A15D-3626A6160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8724" y="457200"/>
            <a:ext cx="11274552" cy="5943600"/>
          </a:xfrm>
          <a:noFill/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smtClean="0"/>
              <a:t>Click icon to add picture</a:t>
            </a:r>
            <a:endParaRPr lang="ru-RU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CF15D4B3-A0CD-4C14-BB5E-CB9859BD8A5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64480" y="1746127"/>
            <a:ext cx="1463040" cy="98755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r>
              <a:rPr lang="en-US" smtClean="0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829233-8E4C-4046-85BB-5166B8A72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724" y="3252538"/>
            <a:ext cx="11274552" cy="1348720"/>
          </a:xfrm>
          <a:solidFill>
            <a:schemeClr val="bg1">
              <a:alpha val="60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5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6A507DE-4CA5-4E76-8450-4125151EB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724" y="4628730"/>
            <a:ext cx="11274552" cy="1772070"/>
          </a:xfrm>
          <a:solidFill>
            <a:schemeClr val="accent1">
              <a:alpha val="30000"/>
            </a:schemeClr>
          </a:solidFill>
        </p:spPr>
        <p:txBody>
          <a:bodyPr tIns="252000" rIns="90000" anchor="t" anchorCtr="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603644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7">
            <a:extLst>
              <a:ext uri="{FF2B5EF4-FFF2-40B4-BE49-F238E27FC236}">
                <a16:creationId xmlns:a16="http://schemas.microsoft.com/office/drawing/2014/main" xmlns="" id="{41B7CDEE-2644-4D36-95CB-1F92049E7F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8724" y="457200"/>
            <a:ext cx="11274552" cy="59436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ru-RU" dirty="0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xmlns="" id="{4DF168AC-530C-4094-8F5F-FCF3FFDC1E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7903" y="4991383"/>
            <a:ext cx="1463040" cy="98755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ru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xmlns="" id="{8373CC7F-8644-430C-90D9-B903ED9F61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8788" y="2028825"/>
            <a:ext cx="4727575" cy="728663"/>
          </a:xfrm>
          <a:solidFill>
            <a:schemeClr val="accent1">
              <a:alpha val="60000"/>
            </a:schemeClr>
          </a:solidFill>
        </p:spPr>
        <p:txBody>
          <a:bodyPr lIns="396000" anchor="ctr" anchorCtr="0"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8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800">
                <a:solidFill>
                  <a:schemeClr val="bg1"/>
                </a:solidFill>
              </a:defRPr>
            </a:lvl4pPr>
            <a:lvl5pPr marL="1828800" indent="0">
              <a:buNone/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xmlns="" id="{64B737A3-9F6C-4989-B51B-07BDDD38F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88" y="2754601"/>
            <a:ext cx="4726800" cy="1861200"/>
          </a:xfrm>
          <a:solidFill>
            <a:schemeClr val="bg1">
              <a:alpha val="50000"/>
            </a:schemeClr>
          </a:solidFill>
        </p:spPr>
        <p:txBody>
          <a:bodyPr lIns="396000" tIns="0" rIns="0" bIns="0">
            <a:noAutofit/>
          </a:bodyPr>
          <a:lstStyle>
            <a:lvl1pPr>
              <a:lnSpc>
                <a:spcPct val="85000"/>
              </a:lnSpc>
              <a:defRPr sz="5500"/>
            </a:lvl1pPr>
          </a:lstStyle>
          <a:p>
            <a:r>
              <a:rPr lang="en-US" dirty="0"/>
              <a:t>Click to Edit 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55308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4" orient="horz" pos="55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B931B8-6920-4B59-AD28-CB99D1D3F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1460" y="3521159"/>
            <a:ext cx="2642616" cy="1041316"/>
          </a:xfrm>
        </p:spPr>
        <p:txBody>
          <a:bodyPr lIns="3600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246A6A6-0C1D-4435-9DB9-9E50E52E8D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1460" y="4669674"/>
            <a:ext cx="2642616" cy="1041316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1144CC-98A7-494C-8C18-4B4DD609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78B1225C-A326-43F6-99D9-A073D5261568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87AD20-725D-45E4-8D6A-08EF4C818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86A1DB-63FF-4850-A872-85EE7C08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13548F99-E128-4301-95D8-8FDACDA5912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871830" y="4669674"/>
            <a:ext cx="6275470" cy="1041316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xmlns="" id="{BB0064D4-BDD6-4678-9FA4-3A77F1600A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8724" y="457200"/>
            <a:ext cx="11274552" cy="29718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11C7490E-08AD-4189-8849-3BD35E900B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83175" y="838066"/>
            <a:ext cx="786384" cy="521208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836445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ictur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xmlns="" id="{BB0064D4-BDD6-4678-9FA4-3A77F1600A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457199"/>
            <a:ext cx="5637276" cy="595947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B931B8-6920-4B59-AD28-CB99D1D3F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127" y="1436915"/>
            <a:ext cx="4584212" cy="1001338"/>
          </a:xfrm>
        </p:spPr>
        <p:txBody>
          <a:bodyPr lIns="3600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246A6A6-0C1D-4435-9DB9-9E50E52E8D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0127" y="2545450"/>
            <a:ext cx="4584212" cy="540000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1144CC-98A7-494C-8C18-4B4DD609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65399" y="5810400"/>
            <a:ext cx="1080000" cy="234000"/>
          </a:xfrm>
        </p:spPr>
        <p:txBody>
          <a:bodyPr anchor="b" anchorCtr="0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BC23DBD1-F259-4AEB-A7D9-D728D6E04490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87AD20-725D-45E4-8D6A-08EF4C818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86A1DB-63FF-4850-A872-85EE7C08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13548F99-E128-4301-95D8-8FDACDA5912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0128" y="3300065"/>
            <a:ext cx="4584212" cy="1745768"/>
          </a:xfrm>
        </p:spPr>
        <p:txBody>
          <a:bodyPr lIns="36000" tIns="0" rIns="0" bIns="0">
            <a:normAutofit/>
          </a:bodyPr>
          <a:lstStyle>
            <a:lvl1pPr marL="216000" indent="-216000">
              <a:spcBef>
                <a:spcPts val="600"/>
              </a:spcBef>
              <a:buClr>
                <a:schemeClr val="accent1">
                  <a:lumMod val="40000"/>
                  <a:lumOff val="60000"/>
                </a:schemeClr>
              </a:buClr>
              <a:buSzPct val="125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11C7490E-08AD-4189-8849-3BD35E900B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84897" y="805589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0961137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ictur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2466C2-B08E-47AF-9DA7-104243999B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6213" y="2264012"/>
            <a:ext cx="4584212" cy="540000"/>
          </a:xfrm>
        </p:spPr>
        <p:txBody>
          <a:bodyPr lIns="36000" tIns="0" rIns="0" bIns="0"/>
          <a:lstStyle/>
          <a:p>
            <a:r>
              <a:rPr lang="en-US" noProof="0"/>
              <a:t>Click to edit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AA31567-B240-40D5-82F7-A7DBFE5D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65399" y="5810400"/>
            <a:ext cx="1080000" cy="234000"/>
          </a:xfrm>
        </p:spPr>
        <p:txBody>
          <a:bodyPr/>
          <a:lstStyle/>
          <a:p>
            <a:fld id="{23D0A551-48C9-48F6-BF4E-DE641842128B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0CFCD12-4263-4A80-B68E-F72622E6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641E74F-5D68-44E6-AE69-70A1A935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5" name="Picture Placeholder 7">
            <a:extLst>
              <a:ext uri="{FF2B5EF4-FFF2-40B4-BE49-F238E27FC236}">
                <a16:creationId xmlns:a16="http://schemas.microsoft.com/office/drawing/2014/main" xmlns="" id="{CD3882F6-C786-40F3-902A-6D4D2E6ED7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4854" y="457199"/>
            <a:ext cx="5637276" cy="595947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xmlns="" id="{1100B10F-F811-4557-88AB-52E9E7FE037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26213" y="2990573"/>
            <a:ext cx="4584212" cy="2467690"/>
          </a:xfrm>
        </p:spPr>
        <p:txBody>
          <a:bodyPr lIns="36000" tIns="0" rIns="0" bIns="0">
            <a:normAutofit/>
          </a:bodyPr>
          <a:lstStyle>
            <a:lvl1pPr marL="216000" indent="-216000">
              <a:spcBef>
                <a:spcPts val="600"/>
              </a:spcBef>
              <a:buClr>
                <a:schemeClr val="accent1">
                  <a:lumMod val="40000"/>
                  <a:lumOff val="60000"/>
                </a:schemeClr>
              </a:buClr>
              <a:buSzPct val="125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992851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2466C2-B08E-47AF-9DA7-104243999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2867"/>
            <a:ext cx="9037320" cy="566931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DCD31C4-8140-4486-8E32-7EA32B162A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6612" y="2950868"/>
            <a:ext cx="4866745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AA31567-B240-40D5-82F7-A7DBFE5D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0A551-48C9-48F6-BF4E-DE641842128B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0CFCD12-4263-4A80-B68E-F72622E6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641E74F-5D68-44E6-AE69-70A1A935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801E1CE2-D1DE-4252-B61A-6630E4C2CA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2" y="3322311"/>
            <a:ext cx="4866745" cy="540000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xmlns="" id="{3919B118-F379-4011-B1CF-E685CC09FA3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6746" y="2950868"/>
            <a:ext cx="4866745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xmlns="" id="{CF59DFEB-5DA9-4E64-84A0-3FAA808064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86746" y="3318403"/>
            <a:ext cx="4866745" cy="540000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E6F4EC4F-5660-46EA-97AC-4F2DD125B4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6612" y="2284186"/>
            <a:ext cx="612648" cy="557784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xmlns="" id="{F842B3BB-CE92-4AEA-A2FF-5EEC732A4E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486746" y="2284186"/>
            <a:ext cx="612648" cy="557784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xmlns="" id="{797EA708-3A77-4F99-A2EA-0333462ED1F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836612" y="4654845"/>
            <a:ext cx="4866745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xmlns="" id="{67207F0C-C876-4E0B-B625-1FDCC3DE6BB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6612" y="5026287"/>
            <a:ext cx="4866745" cy="540000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D53F1E4-6C15-48EA-8342-A2127473F13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6746" y="4654845"/>
            <a:ext cx="4866745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xmlns="" id="{F3CFD351-584A-4587-BC54-F35254DC7E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86746" y="5022379"/>
            <a:ext cx="4866745" cy="540000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xmlns="" id="{1303F657-7B5B-4B28-8EAA-386438351FB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36612" y="3988163"/>
            <a:ext cx="612648" cy="557784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xmlns="" id="{F994D41E-0FC7-48BC-98E8-C6B199A7B04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486746" y="3988163"/>
            <a:ext cx="612648" cy="557784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xmlns="" id="{68514664-8AD0-4DF7-8C6F-12FFA6BEA7B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8200" y="1377833"/>
            <a:ext cx="9037320" cy="540000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4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834853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nitor and 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BDE44FD2-4D01-4152-92DA-14AD1463CC94}"/>
              </a:ext>
            </a:extLst>
          </p:cNvPr>
          <p:cNvSpPr/>
          <p:nvPr userDrawn="1"/>
        </p:nvSpPr>
        <p:spPr>
          <a:xfrm>
            <a:off x="879144" y="2301657"/>
            <a:ext cx="5257799" cy="4374516"/>
          </a:xfrm>
          <a:prstGeom prst="rect">
            <a:avLst/>
          </a:prstGeom>
          <a:blipFill>
            <a:blip r:embed="rId2"/>
            <a:srcRect/>
            <a:stretch>
              <a:fillRect l="-2654" t="-2825" r="2654" b="-1017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2466C2-B08E-47AF-9DA7-104243999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2867"/>
            <a:ext cx="9037320" cy="566931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AA31567-B240-40D5-82F7-A7DBFE5D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FFEB-7D66-4958-8CB8-D2B18C6A5A9B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0CFCD12-4263-4A80-B68E-F72622E6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641E74F-5D68-44E6-AE69-70A1A935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xmlns="" id="{3919B118-F379-4011-B1CF-E685CC09FA3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6746" y="3718884"/>
            <a:ext cx="2089545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xmlns="" id="{CF59DFEB-5DA9-4E64-84A0-3FAA808064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86747" y="4086418"/>
            <a:ext cx="1783080" cy="1271016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xmlns="" id="{F842B3BB-CE92-4AEA-A2FF-5EEC732A4E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486746" y="3069135"/>
            <a:ext cx="612648" cy="557784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xmlns="" id="{68514664-8AD0-4DF7-8C6F-12FFA6BEA7B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8200" y="1377833"/>
            <a:ext cx="9037320" cy="540000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3B535E35-8075-4558-BA3A-C9DFB4FCA5B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61177" y="2461528"/>
            <a:ext cx="4555067" cy="25908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9E1A0053-EF84-446F-850C-6AC8FF9CCED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098279" y="3718884"/>
            <a:ext cx="2089545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xmlns="" id="{1534A936-14F3-4AEF-8CAD-03D91D568FE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98280" y="4086418"/>
            <a:ext cx="1783080" cy="1271016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xmlns="" id="{A88BEF2F-BB04-4330-BC4B-2912B69653B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98279" y="3069135"/>
            <a:ext cx="612648" cy="557784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2656741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B7BBC9A-B18B-4F56-8515-321CD01B2666}"/>
              </a:ext>
            </a:extLst>
          </p:cNvPr>
          <p:cNvSpPr/>
          <p:nvPr userDrawn="1"/>
        </p:nvSpPr>
        <p:spPr>
          <a:xfrm>
            <a:off x="7975232" y="2875541"/>
            <a:ext cx="3758184" cy="3547872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31326-08A9-441D-B1A8-6627141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4" y="740998"/>
            <a:ext cx="9535686" cy="568800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9C403B-F50A-4124-BE88-55C843FA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8E8F-7A79-47A4-A23F-F3FD3E2A15F3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A151E7-E2A1-4EA3-8293-FA9D289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BB57EB4-66F5-49E8-A8EF-39029E9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1C91FD06-686C-4DAB-8F12-FBDE6BBF314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6614" y="1377833"/>
            <a:ext cx="9535686" cy="540000"/>
          </a:xfrm>
        </p:spPr>
        <p:txBody>
          <a:bodyPr lIns="3600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7684F357-0C41-471E-A413-4D42ADE55B12}"/>
              </a:ext>
            </a:extLst>
          </p:cNvPr>
          <p:cNvSpPr/>
          <p:nvPr userDrawn="1"/>
        </p:nvSpPr>
        <p:spPr>
          <a:xfrm>
            <a:off x="458724" y="2852928"/>
            <a:ext cx="3758184" cy="3547872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33076231-2A54-4E4C-AED3-197E208C14BB}"/>
              </a:ext>
            </a:extLst>
          </p:cNvPr>
          <p:cNvSpPr/>
          <p:nvPr userDrawn="1"/>
        </p:nvSpPr>
        <p:spPr>
          <a:xfrm>
            <a:off x="4216908" y="2395728"/>
            <a:ext cx="3758184" cy="446227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xmlns="" id="{63C66F5D-DEC7-40DB-ACC1-70F67F4C9F4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8086" y="3012360"/>
            <a:ext cx="1266825" cy="78156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6000" b="1">
                <a:gradFill flip="none" rotWithShape="1">
                  <a:gsLst>
                    <a:gs pos="100000">
                      <a:srgbClr val="6D3B4F"/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xmlns="" id="{61FE0B9B-7D73-4311-B749-C3FA874AF7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6613" y="4048567"/>
            <a:ext cx="2992278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xmlns="" id="{4A6CBB7D-3142-4CED-98BE-68B4F7C14E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3" y="4433657"/>
            <a:ext cx="2992278" cy="1358113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xmlns="" id="{78844A59-978B-47C0-B59A-F529FA41BF1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58230" y="3012360"/>
            <a:ext cx="1266825" cy="78156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6000" b="1">
                <a:gradFill flip="none" rotWithShape="1">
                  <a:gsLst>
                    <a:gs pos="100000">
                      <a:srgbClr val="6D3B4F"/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xmlns="" id="{D09F31D3-FC19-4A61-A915-5F11C6F7EBD8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356757" y="4048567"/>
            <a:ext cx="2992278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xmlns="" id="{6AA97C78-ABC3-4559-8EFA-1F24C3A6E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6757" y="4433657"/>
            <a:ext cx="2992278" cy="1358113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xmlns="" id="{92A70C67-E4B2-45C8-BD5F-DF3679B00C8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96270" y="3012360"/>
            <a:ext cx="1266825" cy="78156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6000" b="1">
                <a:gradFill flip="none" rotWithShape="1">
                  <a:gsLst>
                    <a:gs pos="100000">
                      <a:srgbClr val="6D3B4F"/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xmlns="" id="{9CA39242-8640-435B-8C03-0CB0BC8E88E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594797" y="4048567"/>
            <a:ext cx="2992278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xmlns="" id="{62E97E9F-0DAA-48F4-90F4-640195EAD7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94797" y="4433657"/>
            <a:ext cx="2992278" cy="1358113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8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441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31326-08A9-441D-B1A8-6627141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4" y="740998"/>
            <a:ext cx="9535686" cy="568800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9C403B-F50A-4124-BE88-55C843FA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B3BF-9C89-4723-AE4C-8AC5E6572CE2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A151E7-E2A1-4EA3-8293-FA9D289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BB57EB4-66F5-49E8-A8EF-39029E9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33A2111-9E77-40EF-86DB-0DCF4279EE04}"/>
              </a:ext>
            </a:extLst>
          </p:cNvPr>
          <p:cNvSpPr/>
          <p:nvPr userDrawn="1"/>
        </p:nvSpPr>
        <p:spPr>
          <a:xfrm>
            <a:off x="442913" y="2238229"/>
            <a:ext cx="11749087" cy="1538525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  <a:alpha val="20000"/>
                </a:schemeClr>
              </a:gs>
              <a:gs pos="0">
                <a:schemeClr val="bg2">
                  <a:alpha val="2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1C91FD06-686C-4DAB-8F12-FBDE6BBF314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6614" y="1377833"/>
            <a:ext cx="9535686" cy="540000"/>
          </a:xfrm>
        </p:spPr>
        <p:txBody>
          <a:bodyPr lIns="3600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xmlns="" id="{BB9AC69A-F349-47A4-BC2D-27B0A75144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4713" y="2623018"/>
            <a:ext cx="2992278" cy="78156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6000" b="1">
                <a:gradFill flip="none" rotWithShape="1">
                  <a:gsLst>
                    <a:gs pos="100000">
                      <a:srgbClr val="6D3B4F"/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CAC4E2DC-6DA0-4F8B-846F-A0B6430B276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6613" y="4048567"/>
            <a:ext cx="2992278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F87794B2-6DF5-42E5-A435-F8FADACBC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3" y="4433657"/>
            <a:ext cx="4893566" cy="1358113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xmlns="" id="{DFC6F434-B720-414A-A92B-EFFC947E69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01650" y="2616710"/>
            <a:ext cx="2992278" cy="78156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6000" b="1">
                <a:gradFill flip="none" rotWithShape="1">
                  <a:gsLst>
                    <a:gs pos="100000">
                      <a:srgbClr val="6D3B4F"/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xmlns="" id="{7DDDFEB1-7872-4940-890E-713981F69C4B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501650" y="4048567"/>
            <a:ext cx="2992278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xmlns="" id="{9F54982B-78F2-4014-A84C-F25539C6DC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01650" y="4433657"/>
            <a:ext cx="4853737" cy="1376965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2532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s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AA4D017-0A70-4D48-AAEC-419979E13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A4596-3085-4BB2-8F53-0564AA69708A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7BBC7E7-6231-47E3-8EF5-B6940485E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FCF16B4-2B81-4254-9C13-836431B5E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301015CF-499A-4BBE-9753-C58924478363}"/>
              </a:ext>
            </a:extLst>
          </p:cNvPr>
          <p:cNvSpPr/>
          <p:nvPr userDrawn="1"/>
        </p:nvSpPr>
        <p:spPr>
          <a:xfrm>
            <a:off x="1810787" y="2541781"/>
            <a:ext cx="2322576" cy="2322576"/>
          </a:xfrm>
          <a:prstGeom prst="ellipse">
            <a:avLst/>
          </a:pr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>
                  <a:lumMod val="75000"/>
                  <a:alpha val="2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A25F4982-38CF-44F1-8F23-63FB784DDB3F}"/>
              </a:ext>
            </a:extLst>
          </p:cNvPr>
          <p:cNvSpPr/>
          <p:nvPr userDrawn="1"/>
        </p:nvSpPr>
        <p:spPr>
          <a:xfrm>
            <a:off x="3997452" y="2200193"/>
            <a:ext cx="3008376" cy="3008376"/>
          </a:xfrm>
          <a:prstGeom prst="ellipse">
            <a:avLst/>
          </a:prstGeom>
          <a:gradFill>
            <a:gsLst>
              <a:gs pos="100000">
                <a:schemeClr val="bg2">
                  <a:lumMod val="75000"/>
                  <a:alpha val="20000"/>
                </a:schemeClr>
              </a:gs>
              <a:gs pos="0">
                <a:schemeClr val="tx2">
                  <a:alpha val="2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2E9E2742-0CF7-4498-9804-D4E1B556238F}"/>
              </a:ext>
            </a:extLst>
          </p:cNvPr>
          <p:cNvSpPr/>
          <p:nvPr userDrawn="1"/>
        </p:nvSpPr>
        <p:spPr>
          <a:xfrm>
            <a:off x="6869918" y="1978150"/>
            <a:ext cx="3511296" cy="3511296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xmlns="" id="{6BA84852-3669-4ADB-BADA-A7F54196B2B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73295" y="3071195"/>
            <a:ext cx="1797559" cy="781561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6000" b="1">
                <a:gradFill flip="none" rotWithShape="1">
                  <a:gsLst>
                    <a:gs pos="100000">
                      <a:srgbClr val="6D3B4F"/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332ADE7C-CB58-4543-8A89-D1BAA23B59E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30075" y="5649340"/>
            <a:ext cx="2484000" cy="334918"/>
          </a:xfrm>
        </p:spPr>
        <p:txBody>
          <a:bodyPr lIns="36000" tIns="0" rIns="0" bIns="0" anchor="b">
            <a:normAutofit/>
          </a:bodyPr>
          <a:lstStyle>
            <a:lvl1pPr marL="0" indent="0" algn="ctr">
              <a:buNone/>
              <a:defRPr sz="22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xmlns="" id="{BEF70025-7AF3-426D-AAE8-5D25E1A5CB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65887" y="3909381"/>
            <a:ext cx="1596816" cy="430700"/>
          </a:xfrm>
        </p:spPr>
        <p:txBody>
          <a:bodyPr lIns="36000" tIns="0" rIns="0" bIns="0">
            <a:no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</a:lstStyle>
          <a:p>
            <a:pPr lvl="0"/>
            <a:r>
              <a:rPr lang="en-US" noProof="0"/>
              <a:t>Billion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xmlns="" id="{B48A1176-4AC8-4197-8737-21A26EC60370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362457" y="5674484"/>
            <a:ext cx="2484000" cy="334918"/>
          </a:xfrm>
        </p:spPr>
        <p:txBody>
          <a:bodyPr lIns="36000" tIns="0" rIns="0" bIns="0" anchor="b">
            <a:normAutofit/>
          </a:bodyPr>
          <a:lstStyle>
            <a:lvl1pPr marL="0" indent="0" algn="ctr">
              <a:buNone/>
              <a:defRPr sz="22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xmlns="" id="{9E48A353-E825-43A2-9268-3772DF852C93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7383566" y="5656692"/>
            <a:ext cx="2484000" cy="334918"/>
          </a:xfrm>
        </p:spPr>
        <p:txBody>
          <a:bodyPr lIns="36000" tIns="0" rIns="0" bIns="0" anchor="b">
            <a:normAutofit/>
          </a:bodyPr>
          <a:lstStyle>
            <a:lvl1pPr marL="0" indent="0" algn="ctr">
              <a:buNone/>
              <a:defRPr sz="22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xmlns="" id="{289C6559-A412-4545-8BEA-9C8CF0E92D8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2860" y="3068895"/>
            <a:ext cx="1797559" cy="781561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6000" b="1">
                <a:gradFill flip="none" rotWithShape="1">
                  <a:gsLst>
                    <a:gs pos="100000">
                      <a:srgbClr val="6D3B4F"/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xmlns="" id="{0B7BFF13-EDBB-45CE-97A5-A148A3ACA7A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26786" y="3068895"/>
            <a:ext cx="1797559" cy="781561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6000" b="1">
                <a:gradFill flip="none" rotWithShape="1">
                  <a:gsLst>
                    <a:gs pos="100000">
                      <a:srgbClr val="6D3B4F"/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xmlns="" id="{4CFD8A3C-72E7-4646-94B5-3D08F2A9B9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03232" y="3917466"/>
            <a:ext cx="1596816" cy="430700"/>
          </a:xfrm>
        </p:spPr>
        <p:txBody>
          <a:bodyPr lIns="36000" tIns="0" rIns="0" bIns="0">
            <a:no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</a:lstStyle>
          <a:p>
            <a:pPr lvl="0"/>
            <a:r>
              <a:rPr lang="en-US" noProof="0"/>
              <a:t>Billion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xmlns="" id="{16E9923E-87D9-40DD-9F02-63A0EE936A1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27157" y="3917466"/>
            <a:ext cx="1596816" cy="430700"/>
          </a:xfrm>
        </p:spPr>
        <p:txBody>
          <a:bodyPr lIns="36000" tIns="0" rIns="0" bIns="0">
            <a:no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</a:lstStyle>
          <a:p>
            <a:pPr lvl="0"/>
            <a:r>
              <a:rPr lang="en-US" noProof="0"/>
              <a:t>Billion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xmlns="" id="{138ED511-212A-DA4E-98FC-496D7B92A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4" y="740998"/>
            <a:ext cx="9535686" cy="568800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53F5D1F3-7B20-844A-AD7A-66AA1CAC255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6614" y="1377833"/>
            <a:ext cx="9535686" cy="540000"/>
          </a:xfrm>
        </p:spPr>
        <p:txBody>
          <a:bodyPr lIns="3600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9106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B7BBC9A-B18B-4F56-8515-321CD01B2666}"/>
              </a:ext>
            </a:extLst>
          </p:cNvPr>
          <p:cNvSpPr/>
          <p:nvPr userDrawn="1"/>
        </p:nvSpPr>
        <p:spPr>
          <a:xfrm>
            <a:off x="6096000" y="2875541"/>
            <a:ext cx="5653088" cy="2724912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31326-08A9-441D-B1A8-6627141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4" y="740998"/>
            <a:ext cx="9535686" cy="568800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9C403B-F50A-4124-BE88-55C843FA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8E8F-7A79-47A4-A23F-F3FD3E2A15F3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A151E7-E2A1-4EA3-8293-FA9D289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BB57EB4-66F5-49E8-A8EF-39029E9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1C91FD06-686C-4DAB-8F12-FBDE6BBF314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6614" y="1377833"/>
            <a:ext cx="9535686" cy="909018"/>
          </a:xfrm>
        </p:spPr>
        <p:txBody>
          <a:bodyPr lIns="3600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33076231-2A54-4E4C-AED3-197E208C14BB}"/>
              </a:ext>
            </a:extLst>
          </p:cNvPr>
          <p:cNvSpPr/>
          <p:nvPr userDrawn="1"/>
        </p:nvSpPr>
        <p:spPr>
          <a:xfrm>
            <a:off x="0" y="2891583"/>
            <a:ext cx="6096000" cy="2724912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xmlns="" id="{61FE0B9B-7D73-4311-B749-C3FA874AF7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6612" y="3278541"/>
            <a:ext cx="4820533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xmlns="" id="{4A6CBB7D-3142-4CED-98BE-68B4F7C14E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2" y="3663631"/>
            <a:ext cx="4820533" cy="1618232"/>
          </a:xfrm>
        </p:spPr>
        <p:txBody>
          <a:bodyPr lIns="36000" tIns="0" rIns="0" bIns="0">
            <a:normAutofit/>
          </a:bodyPr>
          <a:lstStyle>
            <a:lvl1pPr marL="171450" indent="-171450">
              <a:spcBef>
                <a:spcPts val="600"/>
              </a:spcBef>
              <a:buClr>
                <a:schemeClr val="accent1">
                  <a:lumMod val="40000"/>
                  <a:lumOff val="60000"/>
                </a:schemeClr>
              </a:buClr>
              <a:buSzPct val="125000"/>
              <a:buFont typeface="Wingdings" panose="05000000000000000000" pitchFamily="2" charset="2"/>
              <a:buChar char="§"/>
              <a:defRPr sz="1400"/>
            </a:lvl1pPr>
            <a:lvl2pPr marL="628650" indent="-171450">
              <a:spcBef>
                <a:spcPts val="600"/>
              </a:spcBef>
              <a:buClr>
                <a:schemeClr val="accent1">
                  <a:lumMod val="40000"/>
                  <a:lumOff val="60000"/>
                </a:schemeClr>
              </a:buClr>
              <a:buSzPct val="125000"/>
              <a:buFont typeface="Wingdings" panose="05000000000000000000" pitchFamily="2" charset="2"/>
              <a:buChar char="§"/>
              <a:defRPr sz="14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xmlns="" id="{9CA39242-8640-435B-8C03-0CB0BC8E88E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495790" y="3278541"/>
            <a:ext cx="4820533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xmlns="" id="{62E97E9F-0DAA-48F4-90F4-640195EAD7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95790" y="3663631"/>
            <a:ext cx="4820533" cy="1618232"/>
          </a:xfrm>
        </p:spPr>
        <p:txBody>
          <a:bodyPr lIns="36000" tIns="0" rIns="0" bIns="0">
            <a:normAutofit/>
          </a:bodyPr>
          <a:lstStyle>
            <a:lvl1pPr marL="171450" indent="-171450">
              <a:spcBef>
                <a:spcPts val="600"/>
              </a:spcBef>
              <a:buClr>
                <a:schemeClr val="bg2">
                  <a:lumMod val="40000"/>
                  <a:lumOff val="60000"/>
                </a:schemeClr>
              </a:buClr>
              <a:buSzPct val="125000"/>
              <a:buFont typeface="Wingdings" panose="05000000000000000000" pitchFamily="2" charset="2"/>
              <a:buChar char="§"/>
              <a:defRPr sz="1400"/>
            </a:lvl1pPr>
            <a:lvl2pPr marL="628650" indent="-171450">
              <a:spcBef>
                <a:spcPts val="600"/>
              </a:spcBef>
              <a:buClr>
                <a:schemeClr val="bg2">
                  <a:lumMod val="40000"/>
                  <a:lumOff val="60000"/>
                </a:schemeClr>
              </a:buClr>
              <a:buSzPct val="125000"/>
              <a:buFont typeface="Wingdings" panose="05000000000000000000" pitchFamily="2" charset="2"/>
              <a:buChar char="§"/>
              <a:defRPr sz="14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6183337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9AECFA43-CD95-4331-BDD6-DA02FC838900}"/>
              </a:ext>
            </a:extLst>
          </p:cNvPr>
          <p:cNvSpPr/>
          <p:nvPr userDrawn="1"/>
        </p:nvSpPr>
        <p:spPr>
          <a:xfrm>
            <a:off x="0" y="1426745"/>
            <a:ext cx="12192000" cy="498348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20000"/>
                </a:schemeClr>
              </a:gs>
              <a:gs pos="100000">
                <a:schemeClr val="bg2">
                  <a:alpha val="2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9C403B-F50A-4124-BE88-55C843FA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65399" y="5810623"/>
            <a:ext cx="1080000" cy="234000"/>
          </a:xfrm>
        </p:spPr>
        <p:txBody>
          <a:bodyPr/>
          <a:lstStyle/>
          <a:p>
            <a:fld id="{011F8E8F-7A79-47A4-A23F-F3FD3E2A15F3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A151E7-E2A1-4EA3-8293-FA9D289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BB57EB4-66F5-49E8-A8EF-39029E9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2" name="Picture Placeholder 11" descr="Competitors logos quadrant">
            <a:extLst>
              <a:ext uri="{FF2B5EF4-FFF2-40B4-BE49-F238E27FC236}">
                <a16:creationId xmlns:a16="http://schemas.microsoft.com/office/drawing/2014/main" xmlns="" id="{AA265DB5-0ACC-4872-94A9-E59194B1A49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271215" y="2800279"/>
            <a:ext cx="1772153" cy="777240"/>
          </a:xfrm>
          <a:solidFill>
            <a:schemeClr val="bg1">
              <a:alpha val="50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2000" i="1"/>
            </a:lvl1pPr>
          </a:lstStyle>
          <a:p>
            <a:r>
              <a:rPr lang="en-US" noProof="0" dirty="0"/>
              <a:t>Competitor 2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3" name="Picture Placeholder 11" descr="Competitors logos quadrant">
            <a:extLst>
              <a:ext uri="{FF2B5EF4-FFF2-40B4-BE49-F238E27FC236}">
                <a16:creationId xmlns:a16="http://schemas.microsoft.com/office/drawing/2014/main" xmlns="" id="{D93F8F87-5281-4F40-82FC-A4B985EAFE8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66167" y="2237506"/>
            <a:ext cx="1772153" cy="777240"/>
          </a:xfrm>
          <a:solidFill>
            <a:schemeClr val="bg1">
              <a:alpha val="50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2000" i="1"/>
            </a:lvl1pPr>
          </a:lstStyle>
          <a:p>
            <a:r>
              <a:rPr lang="en-US" noProof="0" dirty="0"/>
              <a:t>Competitor 1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4" name="Picture Placeholder 11" descr="Competitors logos quadrant">
            <a:extLst>
              <a:ext uri="{FF2B5EF4-FFF2-40B4-BE49-F238E27FC236}">
                <a16:creationId xmlns:a16="http://schemas.microsoft.com/office/drawing/2014/main" xmlns="" id="{DEEA12AF-CE7B-41C2-8A17-EC693ECF8C3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872684" y="4678392"/>
            <a:ext cx="1772153" cy="777240"/>
          </a:xfrm>
          <a:solidFill>
            <a:schemeClr val="bg1">
              <a:alpha val="50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2000" i="1"/>
            </a:lvl1pPr>
          </a:lstStyle>
          <a:p>
            <a:r>
              <a:rPr lang="en-US" noProof="0" dirty="0"/>
              <a:t>Competitor 3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5" name="Picture Placeholder 11" descr="Competitors logos quadrant">
            <a:extLst>
              <a:ext uri="{FF2B5EF4-FFF2-40B4-BE49-F238E27FC236}">
                <a16:creationId xmlns:a16="http://schemas.microsoft.com/office/drawing/2014/main" xmlns="" id="{5F18F8B8-2496-4093-BFC7-531592943EB3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36591" y="2856931"/>
            <a:ext cx="1772153" cy="777240"/>
          </a:xfrm>
          <a:solidFill>
            <a:schemeClr val="bg1">
              <a:alpha val="50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2000" i="1"/>
            </a:lvl1pPr>
          </a:lstStyle>
          <a:p>
            <a:r>
              <a:rPr lang="en-US" noProof="0" dirty="0"/>
              <a:t>Competitor 4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8" name="Picture Placeholder 11" descr="Competitors logos quadrant">
            <a:extLst>
              <a:ext uri="{FF2B5EF4-FFF2-40B4-BE49-F238E27FC236}">
                <a16:creationId xmlns:a16="http://schemas.microsoft.com/office/drawing/2014/main" xmlns="" id="{7FA1C20D-8A7C-4FF1-8DFB-ECACC4C2BC63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458028" y="4783318"/>
            <a:ext cx="1772153" cy="777240"/>
          </a:xfrm>
          <a:solidFill>
            <a:schemeClr val="bg1">
              <a:alpha val="50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2000" i="1"/>
            </a:lvl1pPr>
          </a:lstStyle>
          <a:p>
            <a:r>
              <a:rPr lang="en-US" noProof="0" dirty="0"/>
              <a:t>Competitor 5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9" name="Picture Placeholder 11" descr="Competitors logos quadrant">
            <a:extLst>
              <a:ext uri="{FF2B5EF4-FFF2-40B4-BE49-F238E27FC236}">
                <a16:creationId xmlns:a16="http://schemas.microsoft.com/office/drawing/2014/main" xmlns="" id="{62CD1D6A-EBAA-473C-A87B-407D209FA4F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155216" y="4546154"/>
            <a:ext cx="1772153" cy="777240"/>
          </a:xfrm>
          <a:solidFill>
            <a:schemeClr val="bg1">
              <a:alpha val="50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2000" i="1"/>
            </a:lvl1pPr>
          </a:lstStyle>
          <a:p>
            <a:r>
              <a:rPr lang="en-US" noProof="0" dirty="0"/>
              <a:t>Competitor 6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xmlns="" id="{07B05968-4C1C-466A-8E74-060D9E16DA9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6613" y="3922337"/>
            <a:ext cx="2741612" cy="248888"/>
          </a:xfrm>
        </p:spPr>
        <p:txBody>
          <a:bodyPr>
            <a:noAutofit/>
          </a:bodyPr>
          <a:lstStyle>
            <a:lvl1pPr marL="0" indent="0">
              <a:buNone/>
              <a:defRPr sz="1200" b="1"/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More expensive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0A0E78D4-0FC2-422B-8A0E-4B77C857682A}"/>
              </a:ext>
            </a:extLst>
          </p:cNvPr>
          <p:cNvCxnSpPr/>
          <p:nvPr userDrawn="1"/>
        </p:nvCxnSpPr>
        <p:spPr>
          <a:xfrm>
            <a:off x="943519" y="3858087"/>
            <a:ext cx="1033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70420273-FFF6-4145-952E-E1EC3C641A9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4162800" y="3876719"/>
            <a:ext cx="38664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14">
            <a:extLst>
              <a:ext uri="{FF2B5EF4-FFF2-40B4-BE49-F238E27FC236}">
                <a16:creationId xmlns:a16="http://schemas.microsoft.com/office/drawing/2014/main" xmlns="" id="{D916D7D1-7F63-4867-9C6C-31228BEAC6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64329" y="2259757"/>
            <a:ext cx="1463040" cy="987552"/>
          </a:xfrm>
          <a:solidFill>
            <a:schemeClr val="bg1">
              <a:alpha val="50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xmlns="" id="{43D1C529-2673-461C-AD18-9EDFAA659C0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601699" y="3922337"/>
            <a:ext cx="2741612" cy="248888"/>
          </a:xfrm>
        </p:spPr>
        <p:txBody>
          <a:bodyPr>
            <a:noAutofit/>
          </a:bodyPr>
          <a:lstStyle>
            <a:lvl1pPr marL="0" indent="0" algn="r">
              <a:buNone/>
              <a:defRPr sz="1200" b="1"/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Less expensive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xmlns="" id="{5900A478-228D-4DD3-985B-4DF3CC8289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8845" y="5880592"/>
            <a:ext cx="2741612" cy="248888"/>
          </a:xfrm>
        </p:spPr>
        <p:txBody>
          <a:bodyPr>
            <a:noAutofit/>
          </a:bodyPr>
          <a:lstStyle>
            <a:lvl1pPr marL="0" indent="0" algn="ctr">
              <a:buNone/>
              <a:defRPr sz="1200" b="1"/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Less convenient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xmlns="" id="{34D00100-49AA-43BE-AF2F-0E9CEC49EA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731544" y="1640745"/>
            <a:ext cx="2741612" cy="248888"/>
          </a:xfrm>
        </p:spPr>
        <p:txBody>
          <a:bodyPr>
            <a:noAutofit/>
          </a:bodyPr>
          <a:lstStyle>
            <a:lvl1pPr marL="0" indent="0" algn="ctr">
              <a:buNone/>
              <a:defRPr sz="1200" b="1"/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More convenient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xmlns="" id="{17131326-08A9-441D-B1A8-6627141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4" y="740998"/>
            <a:ext cx="9535686" cy="568800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5912335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B7BBC9A-B18B-4F56-8515-321CD01B2666}"/>
              </a:ext>
            </a:extLst>
          </p:cNvPr>
          <p:cNvSpPr/>
          <p:nvPr userDrawn="1"/>
        </p:nvSpPr>
        <p:spPr>
          <a:xfrm>
            <a:off x="7975092" y="1805693"/>
            <a:ext cx="3758184" cy="4617720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7684F357-0C41-471E-A413-4D42ADE55B12}"/>
              </a:ext>
            </a:extLst>
          </p:cNvPr>
          <p:cNvSpPr/>
          <p:nvPr userDrawn="1"/>
        </p:nvSpPr>
        <p:spPr>
          <a:xfrm>
            <a:off x="458724" y="2582933"/>
            <a:ext cx="3758184" cy="3840480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33076231-2A54-4E4C-AED3-197E208C14BB}"/>
              </a:ext>
            </a:extLst>
          </p:cNvPr>
          <p:cNvSpPr/>
          <p:nvPr userDrawn="1"/>
        </p:nvSpPr>
        <p:spPr>
          <a:xfrm>
            <a:off x="4216908" y="2171453"/>
            <a:ext cx="3758184" cy="425196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9C403B-F50A-4124-BE88-55C843FA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8E8F-7A79-47A4-A23F-F3FD3E2A15F3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A151E7-E2A1-4EA3-8293-FA9D289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BB57EB4-66F5-49E8-A8EF-39029E9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xmlns="" id="{61FE0B9B-7D73-4311-B749-C3FA874AF7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6613" y="2954554"/>
            <a:ext cx="2992278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xmlns="" id="{4A6CBB7D-3142-4CED-98BE-68B4F7C14E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3" y="3339644"/>
            <a:ext cx="2992278" cy="334919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xmlns="" id="{D09F31D3-FC19-4A61-A915-5F11C6F7EBD8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356757" y="2078801"/>
            <a:ext cx="2992278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xmlns="" id="{6AA97C78-ABC3-4559-8EFA-1F24C3A6E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6757" y="2463891"/>
            <a:ext cx="2992278" cy="334919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xmlns="" id="{9CA39242-8640-435B-8C03-0CB0BC8E88E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594797" y="2512808"/>
            <a:ext cx="2992278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xmlns="" id="{62E97E9F-0DAA-48F4-90F4-640195EAD7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94797" y="2897898"/>
            <a:ext cx="2992278" cy="334919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xmlns="" id="{A49833F3-6413-44EC-8040-1491632517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613" y="3750523"/>
            <a:ext cx="2992278" cy="2175910"/>
          </a:xfrm>
        </p:spPr>
        <p:txBody>
          <a:bodyPr lIns="36000" tIns="0" rIns="0" bIns="0">
            <a:noAutofit/>
          </a:bodyPr>
          <a:lstStyle>
            <a:lvl1pPr marL="180000" indent="-180000">
              <a:spcBef>
                <a:spcPts val="600"/>
              </a:spcBef>
              <a:buClr>
                <a:schemeClr val="bg2">
                  <a:lumMod val="40000"/>
                  <a:lumOff val="60000"/>
                </a:schemeClr>
              </a:buClr>
              <a:buSzPct val="125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452438" indent="-285750">
              <a:spcBef>
                <a:spcPts val="600"/>
              </a:spcBef>
              <a:buClr>
                <a:schemeClr val="bg2">
                  <a:lumMod val="40000"/>
                  <a:lumOff val="60000"/>
                </a:schemeClr>
              </a:buClr>
              <a:buSzPct val="125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452438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xmlns="" id="{CED92B51-6B31-41E1-908C-1D392F31AA4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56757" y="2874770"/>
            <a:ext cx="2992278" cy="2175910"/>
          </a:xfrm>
        </p:spPr>
        <p:txBody>
          <a:bodyPr lIns="36000" tIns="0" rIns="0" bIns="0">
            <a:noAutofit/>
          </a:bodyPr>
          <a:lstStyle>
            <a:lvl1pPr marL="180000" indent="-180000">
              <a:spcBef>
                <a:spcPts val="600"/>
              </a:spcBef>
              <a:buClr>
                <a:schemeClr val="bg2">
                  <a:lumMod val="40000"/>
                  <a:lumOff val="60000"/>
                </a:schemeClr>
              </a:buClr>
              <a:buSzPct val="125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Clr>
                <a:schemeClr val="bg2">
                  <a:lumMod val="40000"/>
                  <a:lumOff val="60000"/>
                </a:schemeClr>
              </a:buClr>
              <a:buSzPct val="125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395288" indent="-228600">
              <a:buClr>
                <a:schemeClr val="bg2">
                  <a:lumMod val="40000"/>
                  <a:lumOff val="60000"/>
                </a:schemeClr>
              </a:buClr>
              <a:buSzPct val="100000"/>
              <a:buFont typeface="Wingdings" panose="05000000000000000000" pitchFamily="2" charset="2"/>
              <a:buChar char="§"/>
              <a:defRPr sz="1400"/>
            </a:lvl3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xmlns="" id="{521B8C30-3AD9-43DC-A76C-342C3CD53A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94797" y="3308777"/>
            <a:ext cx="2992278" cy="2175910"/>
          </a:xfrm>
        </p:spPr>
        <p:txBody>
          <a:bodyPr lIns="36000" tIns="0" rIns="0" bIns="0">
            <a:noAutofit/>
          </a:bodyPr>
          <a:lstStyle>
            <a:lvl1pPr marL="180000" indent="-180000">
              <a:spcBef>
                <a:spcPts val="600"/>
              </a:spcBef>
              <a:buClr>
                <a:schemeClr val="accent1">
                  <a:lumMod val="40000"/>
                  <a:lumOff val="60000"/>
                </a:schemeClr>
              </a:buClr>
              <a:buSzPct val="125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339725" indent="-179388">
              <a:spcBef>
                <a:spcPts val="600"/>
              </a:spcBef>
              <a:buClr>
                <a:schemeClr val="accent1">
                  <a:lumMod val="40000"/>
                  <a:lumOff val="60000"/>
                </a:schemeClr>
              </a:buClr>
              <a:buSzPct val="10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xmlns="" id="{7BF6E52A-5DC5-8A44-8397-829FF33C5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4" y="740998"/>
            <a:ext cx="9535686" cy="568800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CE3B0746-B135-6943-B0F2-D32EF8E8B42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6614" y="1377833"/>
            <a:ext cx="9535686" cy="489694"/>
          </a:xfrm>
        </p:spPr>
        <p:txBody>
          <a:bodyPr lIns="3600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1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802151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31326-08A9-441D-B1A8-6627141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4" y="740998"/>
            <a:ext cx="9535686" cy="568800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9C403B-F50A-4124-BE88-55C843FA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8E8F-7A79-47A4-A23F-F3FD3E2A15F3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A151E7-E2A1-4EA3-8293-FA9D289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BB57EB4-66F5-49E8-A8EF-39029E9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1C91FD06-686C-4DAB-8F12-FBDE6BBF314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6614" y="1377833"/>
            <a:ext cx="9535686" cy="693014"/>
          </a:xfrm>
        </p:spPr>
        <p:txBody>
          <a:bodyPr lIns="36000" tIns="0" rIns="0" bIns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xmlns="" id="{61FE0B9B-7D73-4311-B749-C3FA874AF7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6612" y="2323804"/>
            <a:ext cx="4820533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xmlns="" id="{9CA39242-8640-435B-8C03-0CB0BC8E88E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495790" y="2323804"/>
            <a:ext cx="4820533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0314D5FA-EBD7-472E-9864-D76743BAB4DF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836613" y="2811998"/>
            <a:ext cx="4821237" cy="2660650"/>
          </a:xfrm>
        </p:spPr>
        <p:txBody>
          <a:bodyPr lIns="36000" tIns="0" rIns="0" bIns="0">
            <a:normAutofit/>
          </a:bodyPr>
          <a:lstStyle>
            <a:lvl1pPr marL="0" indent="0" algn="l">
              <a:buNone/>
              <a:defRPr sz="2000"/>
            </a:lvl1pPr>
            <a:lvl2pPr marL="457200" indent="0" algn="l">
              <a:buNone/>
              <a:defRPr sz="18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xmlns="" id="{BA129CFA-D87C-494E-9E6D-E317C4D157EB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495086" y="2811998"/>
            <a:ext cx="4821237" cy="2660650"/>
          </a:xfrm>
        </p:spPr>
        <p:txBody>
          <a:bodyPr lIns="36000" tIns="0" rIns="0" bIns="0">
            <a:normAutofit/>
          </a:bodyPr>
          <a:lstStyle>
            <a:lvl1pPr marL="0" indent="0" algn="l">
              <a:buNone/>
              <a:defRPr sz="2000"/>
            </a:lvl1pPr>
            <a:lvl2pPr marL="457200" indent="0" algn="l">
              <a:buNone/>
              <a:defRPr sz="18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604770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E320EF9D-83C9-45F8-AAA9-A9768470F99F}"/>
              </a:ext>
            </a:extLst>
          </p:cNvPr>
          <p:cNvSpPr/>
          <p:nvPr userDrawn="1"/>
        </p:nvSpPr>
        <p:spPr>
          <a:xfrm>
            <a:off x="0" y="2230316"/>
            <a:ext cx="12192000" cy="3346704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  <a:alpha val="20000"/>
                </a:schemeClr>
              </a:gs>
              <a:gs pos="0">
                <a:schemeClr val="bg2">
                  <a:alpha val="2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31326-08A9-441D-B1A8-6627141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4" y="740998"/>
            <a:ext cx="9535686" cy="568800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9C403B-F50A-4124-BE88-55C843FA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8E8F-7A79-47A4-A23F-F3FD3E2A15F3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A151E7-E2A1-4EA3-8293-FA9D289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BB57EB4-66F5-49E8-A8EF-39029E9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1C91FD06-686C-4DAB-8F12-FBDE6BBF314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6614" y="1377833"/>
            <a:ext cx="9535686" cy="618880"/>
          </a:xfrm>
        </p:spPr>
        <p:txBody>
          <a:bodyPr lIns="3600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xmlns="" id="{61FE0B9B-7D73-4311-B749-C3FA874AF7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6614" y="3891527"/>
            <a:ext cx="1728216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xmlns="" id="{4A6CBB7D-3142-4CED-98BE-68B4F7C14E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4" y="4276617"/>
            <a:ext cx="1728216" cy="1142011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/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xmlns="" id="{EEAB0330-0960-495D-9FAC-850DB0CAF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6614" y="2507927"/>
            <a:ext cx="1728216" cy="604730"/>
          </a:xfrm>
        </p:spPr>
        <p:txBody>
          <a:bodyPr lIns="36000" tIns="0" rIns="0" bIns="0" anchor="t" anchorCtr="0">
            <a:noAutofit/>
          </a:bodyPr>
          <a:lstStyle>
            <a:lvl1pPr marL="0" indent="0" algn="l">
              <a:buNone/>
              <a:defRPr sz="5000" b="1">
                <a:gradFill flip="none" rotWithShape="1">
                  <a:gsLst>
                    <a:gs pos="100000">
                      <a:schemeClr val="accent1">
                        <a:lumMod val="75000"/>
                      </a:schemeClr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91323B59-309B-4779-B127-7711E7D88F1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36614" y="3136120"/>
            <a:ext cx="1728216" cy="228986"/>
          </a:xfrm>
        </p:spPr>
        <p:txBody>
          <a:bodyPr lIns="36000" tIns="0" rIns="0" bIns="0" anchor="t" anchorCtr="0">
            <a:normAutofit/>
          </a:bodyPr>
          <a:lstStyle>
            <a:lvl1pPr marL="0" indent="0">
              <a:buNone/>
              <a:defRPr sz="14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Month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AA57E6D8-B21E-4D49-AF8E-C735B517506B}"/>
              </a:ext>
            </a:extLst>
          </p:cNvPr>
          <p:cNvSpPr/>
          <p:nvPr userDrawn="1"/>
        </p:nvSpPr>
        <p:spPr>
          <a:xfrm>
            <a:off x="0" y="3623709"/>
            <a:ext cx="12192000" cy="54864"/>
          </a:xfrm>
          <a:prstGeom prst="rect">
            <a:avLst/>
          </a:prstGeom>
          <a:gradFill>
            <a:gsLst>
              <a:gs pos="100000">
                <a:srgbClr val="6D3B4F"/>
              </a:gs>
              <a:gs pos="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02CECCEB-7C61-48C7-8F81-9ECE7ABA9E67}"/>
              </a:ext>
            </a:extLst>
          </p:cNvPr>
          <p:cNvSpPr/>
          <p:nvPr userDrawn="1"/>
        </p:nvSpPr>
        <p:spPr>
          <a:xfrm>
            <a:off x="852661" y="3559701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xmlns="" id="{397F8095-EAF8-4F5A-B2A6-0476B8D2EAF0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9588108" y="3891527"/>
            <a:ext cx="1728216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xmlns="" id="{FB58FA02-066D-4A4D-BFEA-4ABCF3B550B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88108" y="4276617"/>
            <a:ext cx="1728216" cy="1142011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/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xmlns="" id="{83A77CFD-3FEF-4E6F-BC4F-8ED7F101103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88108" y="2507927"/>
            <a:ext cx="1728216" cy="604730"/>
          </a:xfrm>
        </p:spPr>
        <p:txBody>
          <a:bodyPr lIns="36000" tIns="0" rIns="0" bIns="0" anchor="t" anchorCtr="0">
            <a:noAutofit/>
          </a:bodyPr>
          <a:lstStyle>
            <a:lvl1pPr marL="0" indent="0" algn="l">
              <a:buNone/>
              <a:defRPr sz="5000" b="1">
                <a:gradFill flip="none" rotWithShape="1">
                  <a:gsLst>
                    <a:gs pos="100000">
                      <a:schemeClr val="accent1">
                        <a:lumMod val="75000"/>
                      </a:schemeClr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3D6E2C46-79E6-4C33-A9DE-9F0BE9199694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588108" y="3136120"/>
            <a:ext cx="1728216" cy="228986"/>
          </a:xfrm>
        </p:spPr>
        <p:txBody>
          <a:bodyPr lIns="36000" tIns="0" rIns="0" bIns="0" anchor="t" anchorCtr="0">
            <a:normAutofit/>
          </a:bodyPr>
          <a:lstStyle>
            <a:lvl1pPr marL="0" indent="0">
              <a:buNone/>
              <a:defRPr sz="14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Month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B18DF9D1-5757-4445-9078-38760F447FFE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3024487" y="3891527"/>
            <a:ext cx="1728216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xmlns="" id="{993B8732-2AA4-40C3-A4A3-44C5803BDA1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24487" y="4276617"/>
            <a:ext cx="1728216" cy="1142011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/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xmlns="" id="{11BFD035-7AF1-47EA-9F1C-AE04879DA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024487" y="2507927"/>
            <a:ext cx="1728216" cy="604730"/>
          </a:xfrm>
        </p:spPr>
        <p:txBody>
          <a:bodyPr lIns="36000" tIns="0" rIns="0" bIns="0" anchor="t" anchorCtr="0">
            <a:noAutofit/>
          </a:bodyPr>
          <a:lstStyle>
            <a:lvl1pPr marL="0" indent="0" algn="l">
              <a:buNone/>
              <a:defRPr sz="5000" b="1">
                <a:gradFill flip="none" rotWithShape="1">
                  <a:gsLst>
                    <a:gs pos="100000">
                      <a:schemeClr val="accent1">
                        <a:lumMod val="75000"/>
                      </a:schemeClr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xmlns="" id="{C0720D82-39E2-490D-913A-B6DA31CAC2BD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3024487" y="3136120"/>
            <a:ext cx="1728216" cy="228986"/>
          </a:xfrm>
        </p:spPr>
        <p:txBody>
          <a:bodyPr lIns="36000" tIns="0" rIns="0" bIns="0" anchor="t" anchorCtr="0">
            <a:normAutofit/>
          </a:bodyPr>
          <a:lstStyle>
            <a:lvl1pPr marL="0" indent="0">
              <a:buNone/>
              <a:defRPr sz="14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Month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xmlns="" id="{F8CB98AA-B672-4560-9A4C-F0E472D7D508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5212360" y="3891527"/>
            <a:ext cx="1728216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xmlns="" id="{051BF3E5-DBCA-46BD-A139-755813ECCCC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212360" y="4276617"/>
            <a:ext cx="1728216" cy="1142011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/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xmlns="" id="{4E2B5368-5C92-477C-B64A-0B1236EC471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212360" y="2507927"/>
            <a:ext cx="1728216" cy="604730"/>
          </a:xfrm>
        </p:spPr>
        <p:txBody>
          <a:bodyPr lIns="36000" tIns="0" rIns="0" bIns="0" anchor="t" anchorCtr="0">
            <a:noAutofit/>
          </a:bodyPr>
          <a:lstStyle>
            <a:lvl1pPr marL="0" indent="0" algn="l">
              <a:buNone/>
              <a:defRPr sz="5000" b="1">
                <a:gradFill flip="none" rotWithShape="1">
                  <a:gsLst>
                    <a:gs pos="100000">
                      <a:schemeClr val="accent1">
                        <a:lumMod val="75000"/>
                      </a:schemeClr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xmlns="" id="{11C29312-F699-465F-96BC-B65A2C3356B5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5212360" y="3136120"/>
            <a:ext cx="1728216" cy="228986"/>
          </a:xfrm>
        </p:spPr>
        <p:txBody>
          <a:bodyPr lIns="36000" tIns="0" rIns="0" bIns="0" anchor="t" anchorCtr="0">
            <a:normAutofit/>
          </a:bodyPr>
          <a:lstStyle>
            <a:lvl1pPr marL="0" indent="0">
              <a:buNone/>
              <a:defRPr sz="14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Month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xmlns="" id="{D613D924-E33A-4DAE-B253-E9668378EC73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7400234" y="3891527"/>
            <a:ext cx="1728216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xmlns="" id="{4C346CE6-85D2-4744-ABBA-4EB5E51EB80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400234" y="4276617"/>
            <a:ext cx="1728216" cy="1142011"/>
          </a:xfrm>
        </p:spPr>
        <p:txBody>
          <a:bodyPr lIns="36000" tIns="0" rIns="0" bIns="0">
            <a:normAutofit/>
          </a:bodyPr>
          <a:lstStyle>
            <a:lvl1pPr marL="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/>
            </a:lvl1pPr>
            <a:lvl2pPr marL="457200" indent="0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2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xmlns="" id="{0D7E5C35-923C-473E-8BB9-F2F1AB3A2BB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00234" y="2507927"/>
            <a:ext cx="1728216" cy="604730"/>
          </a:xfrm>
        </p:spPr>
        <p:txBody>
          <a:bodyPr lIns="36000" tIns="0" rIns="0" bIns="0" anchor="t" anchorCtr="0">
            <a:noAutofit/>
          </a:bodyPr>
          <a:lstStyle>
            <a:lvl1pPr marL="0" indent="0" algn="l">
              <a:buNone/>
              <a:defRPr sz="5000" b="1">
                <a:gradFill flip="none" rotWithShape="1">
                  <a:gsLst>
                    <a:gs pos="100000">
                      <a:schemeClr val="accent1">
                        <a:lumMod val="75000"/>
                      </a:schemeClr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756DD156-6646-433D-ABE8-CB244D53D6C1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7400234" y="3136120"/>
            <a:ext cx="1728216" cy="228986"/>
          </a:xfrm>
        </p:spPr>
        <p:txBody>
          <a:bodyPr lIns="36000" tIns="0" rIns="0" bIns="0" anchor="t" anchorCtr="0">
            <a:normAutofit/>
          </a:bodyPr>
          <a:lstStyle>
            <a:lvl1pPr marL="0" indent="0">
              <a:buNone/>
              <a:defRPr sz="14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Month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xmlns="" id="{AC33C4CE-CEA6-4AC9-B1DB-8224A4517350}"/>
              </a:ext>
            </a:extLst>
          </p:cNvPr>
          <p:cNvSpPr/>
          <p:nvPr userDrawn="1"/>
        </p:nvSpPr>
        <p:spPr>
          <a:xfrm>
            <a:off x="3039908" y="3559701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xmlns="" id="{371AA6E8-880E-404C-8BCA-7949D28E7AF8}"/>
              </a:ext>
            </a:extLst>
          </p:cNvPr>
          <p:cNvSpPr/>
          <p:nvPr userDrawn="1"/>
        </p:nvSpPr>
        <p:spPr>
          <a:xfrm>
            <a:off x="5227155" y="3559701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xmlns="" id="{D7D3B90E-8FC3-4B84-A2BB-8862D5EC070B}"/>
              </a:ext>
            </a:extLst>
          </p:cNvPr>
          <p:cNvSpPr/>
          <p:nvPr userDrawn="1"/>
        </p:nvSpPr>
        <p:spPr>
          <a:xfrm>
            <a:off x="7414402" y="3559701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xmlns="" id="{43E9DB54-6797-4300-B6CA-0A9CF186B458}"/>
              </a:ext>
            </a:extLst>
          </p:cNvPr>
          <p:cNvSpPr/>
          <p:nvPr userDrawn="1"/>
        </p:nvSpPr>
        <p:spPr>
          <a:xfrm>
            <a:off x="9601649" y="3559701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5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5320762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31326-08A9-441D-B1A8-662714158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614" y="740998"/>
            <a:ext cx="2759105" cy="568800"/>
          </a:xfrm>
        </p:spPr>
        <p:txBody>
          <a:bodyPr lIns="36000" tIns="0" rIns="0" bIns="0">
            <a:noAutofit/>
          </a:bodyPr>
          <a:lstStyle/>
          <a:p>
            <a:r>
              <a:rPr lang="en-US" noProof="0"/>
              <a:t>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9C403B-F50A-4124-BE88-55C843FA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8E8F-7A79-47A4-A23F-F3FD3E2A15F3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A151E7-E2A1-4EA3-8293-FA9D289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BB57EB4-66F5-49E8-A8EF-39029E9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1C91FD06-686C-4DAB-8F12-FBDE6BBF314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6615" y="1377833"/>
            <a:ext cx="2760828" cy="1630062"/>
          </a:xfrm>
        </p:spPr>
        <p:txBody>
          <a:bodyPr lIns="3600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xmlns="" id="{36EC64A7-7FE6-41B3-B27F-E6B0C0BAA1FD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3983038" y="740998"/>
            <a:ext cx="6159583" cy="465063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 smtClean="0"/>
              <a:t>Click icon to add table</a:t>
            </a:r>
            <a:endParaRPr lang="en-US" noProof="0" dirty="0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2915746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E320EF9D-83C9-45F8-AAA9-A9768470F99F}"/>
              </a:ext>
            </a:extLst>
          </p:cNvPr>
          <p:cNvSpPr/>
          <p:nvPr userDrawn="1"/>
        </p:nvSpPr>
        <p:spPr>
          <a:xfrm>
            <a:off x="0" y="1613512"/>
            <a:ext cx="12192000" cy="27432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20000"/>
                </a:schemeClr>
              </a:gs>
              <a:gs pos="100000">
                <a:schemeClr val="bg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9CB4EFCF-84EC-4420-9A2B-7C028E7505B0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4724400" y="1613512"/>
            <a:ext cx="2743200" cy="2743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2" name="Picture Placeholder 11">
            <a:extLst>
              <a:ext uri="{FF2B5EF4-FFF2-40B4-BE49-F238E27FC236}">
                <a16:creationId xmlns:a16="http://schemas.microsoft.com/office/drawing/2014/main" xmlns="" id="{3C20DBAD-9FE7-4F62-B952-1D72DC8B9A73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1981200" y="1613512"/>
            <a:ext cx="2743200" cy="2743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xmlns="" id="{6AE95BF3-594D-4F6F-95D5-18D8A51D5197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7466232" y="1613512"/>
            <a:ext cx="2743200" cy="2743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31326-08A9-441D-B1A8-6627141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4" y="740998"/>
            <a:ext cx="9535686" cy="568800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9C403B-F50A-4124-BE88-55C843FA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8E8F-7A79-47A4-A23F-F3FD3E2A15F3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A151E7-E2A1-4EA3-8293-FA9D289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BB57EB4-66F5-49E8-A8EF-39029E9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xmlns="" id="{61FE0B9B-7D73-4311-B749-C3FA874AF7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398800" y="4492967"/>
            <a:ext cx="1908000" cy="334918"/>
          </a:xfrm>
        </p:spPr>
        <p:txBody>
          <a:bodyPr lIns="36000" tIns="0" rIns="0" bIns="0" anchor="b">
            <a:normAutofit/>
          </a:bodyPr>
          <a:lstStyle>
            <a:lvl1pPr marL="0" indent="0" algn="ctr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xmlns="" id="{4A6CBB7D-3142-4CED-98BE-68B4F7C14E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8800" y="4878058"/>
            <a:ext cx="1908000" cy="234269"/>
          </a:xfrm>
        </p:spPr>
        <p:txBody>
          <a:bodyPr lIns="36000" tIns="0" rIns="0" bIns="0">
            <a:noAutofit/>
          </a:bodyPr>
          <a:lstStyle>
            <a:lvl1pPr marL="0" indent="0" algn="ctr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91323B59-309B-4779-B127-7711E7D88F1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2398800" y="5138591"/>
            <a:ext cx="1908000" cy="693882"/>
          </a:xfrm>
        </p:spPr>
        <p:txBody>
          <a:bodyPr lIns="36000" tIns="0" rIns="0" bIns="0" anchor="t" anchorCtr="0">
            <a:norm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B18DF9D1-5757-4445-9078-38760F447FFE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42000" y="4492967"/>
            <a:ext cx="1908000" cy="334918"/>
          </a:xfrm>
        </p:spPr>
        <p:txBody>
          <a:bodyPr lIns="36000" tIns="0" rIns="0" bIns="0" anchor="b">
            <a:normAutofit/>
          </a:bodyPr>
          <a:lstStyle>
            <a:lvl1pPr marL="0" indent="0" algn="ctr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xmlns="" id="{993B8732-2AA4-40C3-A4A3-44C5803BDA1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142000" y="4878058"/>
            <a:ext cx="1908000" cy="234269"/>
          </a:xfrm>
        </p:spPr>
        <p:txBody>
          <a:bodyPr lIns="36000" tIns="0" rIns="0" bIns="0">
            <a:noAutofit/>
          </a:bodyPr>
          <a:lstStyle>
            <a:lvl1pPr marL="0" indent="0" algn="ctr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xmlns="" id="{C0720D82-39E2-490D-913A-B6DA31CAC2BD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5142000" y="5138591"/>
            <a:ext cx="1908000" cy="693882"/>
          </a:xfrm>
        </p:spPr>
        <p:txBody>
          <a:bodyPr lIns="36000" tIns="0" rIns="0" bIns="0" anchor="t" anchorCtr="0">
            <a:norm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xmlns="" id="{F8CB98AA-B672-4560-9A4C-F0E472D7D508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900579" y="4492967"/>
            <a:ext cx="1908000" cy="334918"/>
          </a:xfrm>
        </p:spPr>
        <p:txBody>
          <a:bodyPr lIns="36000" tIns="0" rIns="0" bIns="0" anchor="b">
            <a:normAutofit/>
          </a:bodyPr>
          <a:lstStyle>
            <a:lvl1pPr marL="0" indent="0" algn="ctr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xmlns="" id="{051BF3E5-DBCA-46BD-A139-755813ECCCC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00579" y="4878058"/>
            <a:ext cx="1908000" cy="234269"/>
          </a:xfrm>
        </p:spPr>
        <p:txBody>
          <a:bodyPr lIns="36000" tIns="0" rIns="0" bIns="0">
            <a:noAutofit/>
          </a:bodyPr>
          <a:lstStyle>
            <a:lvl1pPr marL="0" indent="0" algn="ctr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xmlns="" id="{11C29312-F699-465F-96BC-B65A2C3356B5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7900579" y="5138591"/>
            <a:ext cx="1908000" cy="693882"/>
          </a:xfrm>
        </p:spPr>
        <p:txBody>
          <a:bodyPr lIns="36000" tIns="0" rIns="0" bIns="0" anchor="t" anchorCtr="0">
            <a:norm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959362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31326-08A9-441D-B1A8-6627141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4" y="740998"/>
            <a:ext cx="9535686" cy="568800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9C403B-F50A-4124-BE88-55C843FA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8E8F-7A79-47A4-A23F-F3FD3E2A15F3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A151E7-E2A1-4EA3-8293-FA9D289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BB57EB4-66F5-49E8-A8EF-39029E9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1C91FD06-686C-4DAB-8F12-FBDE6BBF314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6614" y="1377833"/>
            <a:ext cx="9535686" cy="618880"/>
          </a:xfrm>
        </p:spPr>
        <p:txBody>
          <a:bodyPr lIns="3600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xmlns="" id="{E6BA5EAA-9D1F-41A8-B061-8C18B61C4F6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75465" y="2564315"/>
            <a:ext cx="2271681" cy="334918"/>
          </a:xfrm>
        </p:spPr>
        <p:txBody>
          <a:bodyPr lIns="36000" tIns="0" rIns="0" bIns="0" anchor="b">
            <a:normAutofit/>
          </a:bodyPr>
          <a:lstStyle>
            <a:lvl1pPr marL="0" indent="0" algn="l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xmlns="" id="{60E8EB22-EE54-4319-BFD9-B51D4D584A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75465" y="2949406"/>
            <a:ext cx="2271681" cy="658819"/>
          </a:xfrm>
        </p:spPr>
        <p:txBody>
          <a:bodyPr lIns="36000" tIns="0" rIns="0" bIns="0">
            <a:noAutofit/>
          </a:bodyPr>
          <a:lstStyle>
            <a:lvl1pPr marL="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50604DC3-2547-4A5A-8AF8-1051ADC267D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36614" y="2647025"/>
            <a:ext cx="960120" cy="961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xmlns="" id="{D21D8720-648F-4748-B19E-15B596D77B9F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975465" y="4130482"/>
            <a:ext cx="2271681" cy="334918"/>
          </a:xfrm>
        </p:spPr>
        <p:txBody>
          <a:bodyPr lIns="36000" tIns="0" rIns="0" bIns="0" anchor="b">
            <a:normAutofit/>
          </a:bodyPr>
          <a:lstStyle>
            <a:lvl1pPr marL="0" indent="0" algn="l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xmlns="" id="{E31B211B-885A-40F6-A25D-6EDF68FBD3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75465" y="4515573"/>
            <a:ext cx="2271681" cy="658819"/>
          </a:xfrm>
        </p:spPr>
        <p:txBody>
          <a:bodyPr lIns="36000" tIns="0" rIns="0" bIns="0">
            <a:noAutofit/>
          </a:bodyPr>
          <a:lstStyle>
            <a:lvl1pPr marL="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9" name="Picture Placeholder 11">
            <a:extLst>
              <a:ext uri="{FF2B5EF4-FFF2-40B4-BE49-F238E27FC236}">
                <a16:creationId xmlns:a16="http://schemas.microsoft.com/office/drawing/2014/main" xmlns="" id="{C2F4D19D-CC90-455D-8947-5DCD00EA921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36614" y="4213192"/>
            <a:ext cx="960120" cy="961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xmlns="" id="{D5CAA23C-172B-4B6C-BB10-4F4DB6CFD19B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32112" y="2564315"/>
            <a:ext cx="2271681" cy="334918"/>
          </a:xfrm>
        </p:spPr>
        <p:txBody>
          <a:bodyPr lIns="36000" tIns="0" rIns="0" bIns="0" anchor="b">
            <a:normAutofit/>
          </a:bodyPr>
          <a:lstStyle>
            <a:lvl1pPr marL="0" indent="0" algn="l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xmlns="" id="{5873C0A4-108E-4DD1-A604-311D061489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32112" y="2949406"/>
            <a:ext cx="2271681" cy="658819"/>
          </a:xfrm>
        </p:spPr>
        <p:txBody>
          <a:bodyPr lIns="36000" tIns="0" rIns="0" bIns="0">
            <a:noAutofit/>
          </a:bodyPr>
          <a:lstStyle>
            <a:lvl1pPr marL="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2" name="Picture Placeholder 11">
            <a:extLst>
              <a:ext uri="{FF2B5EF4-FFF2-40B4-BE49-F238E27FC236}">
                <a16:creationId xmlns:a16="http://schemas.microsoft.com/office/drawing/2014/main" xmlns="" id="{FA4996C0-7B37-42C4-BDFF-F0C54D4A88C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3261" y="2647025"/>
            <a:ext cx="960120" cy="961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FE2C9DE6-67CA-4E0C-8A51-B7AC8BD5AE98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5532112" y="4130482"/>
            <a:ext cx="2271681" cy="334918"/>
          </a:xfrm>
        </p:spPr>
        <p:txBody>
          <a:bodyPr lIns="36000" tIns="0" rIns="0" bIns="0" anchor="b">
            <a:normAutofit/>
          </a:bodyPr>
          <a:lstStyle>
            <a:lvl1pPr marL="0" indent="0" algn="l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54" name="Text Placeholder 11">
            <a:extLst>
              <a:ext uri="{FF2B5EF4-FFF2-40B4-BE49-F238E27FC236}">
                <a16:creationId xmlns:a16="http://schemas.microsoft.com/office/drawing/2014/main" xmlns="" id="{052A6B3A-E7C7-42AC-A91D-7921E2DCA42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32112" y="4515573"/>
            <a:ext cx="2271681" cy="658819"/>
          </a:xfrm>
        </p:spPr>
        <p:txBody>
          <a:bodyPr lIns="36000" tIns="0" rIns="0" bIns="0">
            <a:noAutofit/>
          </a:bodyPr>
          <a:lstStyle>
            <a:lvl1pPr marL="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5" name="Picture Placeholder 11">
            <a:extLst>
              <a:ext uri="{FF2B5EF4-FFF2-40B4-BE49-F238E27FC236}">
                <a16:creationId xmlns:a16="http://schemas.microsoft.com/office/drawing/2014/main" xmlns="" id="{BDE373C5-22C4-4D2E-B2C9-747EA0C709E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93261" y="4213192"/>
            <a:ext cx="960120" cy="961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xmlns="" id="{DF658B1C-69F4-44D8-97E9-5536A307168D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088759" y="2564315"/>
            <a:ext cx="2271681" cy="334918"/>
          </a:xfrm>
        </p:spPr>
        <p:txBody>
          <a:bodyPr lIns="36000" tIns="0" rIns="0" bIns="0" anchor="b">
            <a:normAutofit/>
          </a:bodyPr>
          <a:lstStyle>
            <a:lvl1pPr marL="0" indent="0" algn="l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57" name="Text Placeholder 11">
            <a:extLst>
              <a:ext uri="{FF2B5EF4-FFF2-40B4-BE49-F238E27FC236}">
                <a16:creationId xmlns:a16="http://schemas.microsoft.com/office/drawing/2014/main" xmlns="" id="{E49F5D3C-52A4-4CF3-9C76-8E7F4AD0674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88759" y="2949406"/>
            <a:ext cx="2271681" cy="658819"/>
          </a:xfrm>
        </p:spPr>
        <p:txBody>
          <a:bodyPr lIns="36000" tIns="0" rIns="0" bIns="0">
            <a:noAutofit/>
          </a:bodyPr>
          <a:lstStyle>
            <a:lvl1pPr marL="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8" name="Picture Placeholder 11">
            <a:extLst>
              <a:ext uri="{FF2B5EF4-FFF2-40B4-BE49-F238E27FC236}">
                <a16:creationId xmlns:a16="http://schemas.microsoft.com/office/drawing/2014/main" xmlns="" id="{1AEC50E2-8D09-4E52-90BC-C296ED16B93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949908" y="2647025"/>
            <a:ext cx="960120" cy="961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xmlns="" id="{1A890E15-BFA6-4C98-BF47-CD2501130937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088759" y="4130482"/>
            <a:ext cx="2271681" cy="334918"/>
          </a:xfrm>
        </p:spPr>
        <p:txBody>
          <a:bodyPr lIns="36000" tIns="0" rIns="0" bIns="0" anchor="b">
            <a:normAutofit/>
          </a:bodyPr>
          <a:lstStyle>
            <a:lvl1pPr marL="0" indent="0" algn="l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60" name="Text Placeholder 11">
            <a:extLst>
              <a:ext uri="{FF2B5EF4-FFF2-40B4-BE49-F238E27FC236}">
                <a16:creationId xmlns:a16="http://schemas.microsoft.com/office/drawing/2014/main" xmlns="" id="{65EAB51A-2C46-46D9-9E90-A9C9D977064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88759" y="4515573"/>
            <a:ext cx="2271681" cy="658819"/>
          </a:xfrm>
        </p:spPr>
        <p:txBody>
          <a:bodyPr lIns="36000" tIns="0" rIns="0" bIns="0">
            <a:noAutofit/>
          </a:bodyPr>
          <a:lstStyle>
            <a:lvl1pPr marL="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1" name="Picture Placeholder 11">
            <a:extLst>
              <a:ext uri="{FF2B5EF4-FFF2-40B4-BE49-F238E27FC236}">
                <a16:creationId xmlns:a16="http://schemas.microsoft.com/office/drawing/2014/main" xmlns="" id="{A8E96B85-B153-4EB9-8F26-0E948B5DC17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949908" y="4213192"/>
            <a:ext cx="960120" cy="961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987188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31326-08A9-441D-B1A8-6627141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4" y="740998"/>
            <a:ext cx="6298520" cy="568800"/>
          </a:xfrm>
        </p:spPr>
        <p:txBody>
          <a:bodyPr lIns="36000" tIns="0" rIns="0" bIns="0">
            <a:no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9C403B-F50A-4124-BE88-55C843FA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8E8F-7A79-47A4-A23F-F3FD3E2A15F3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A151E7-E2A1-4EA3-8293-FA9D289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BB57EB4-66F5-49E8-A8EF-39029E9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1C91FD06-686C-4DAB-8F12-FBDE6BBF314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6615" y="1377833"/>
            <a:ext cx="2497428" cy="1630062"/>
          </a:xfrm>
        </p:spPr>
        <p:txBody>
          <a:bodyPr lIns="36000" tIns="0" rIns="0" bIns="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Chart Placeholder 7">
            <a:extLst>
              <a:ext uri="{FF2B5EF4-FFF2-40B4-BE49-F238E27FC236}">
                <a16:creationId xmlns:a16="http://schemas.microsoft.com/office/drawing/2014/main" xmlns="" id="{1E42105A-8901-45BF-9233-D1C9076AA50C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3404384" y="1377832"/>
            <a:ext cx="3730750" cy="3782007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 smtClean="0"/>
              <a:t>Click icon to add chart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797107B0-5001-4D98-9D90-6DB407B0C99E}"/>
              </a:ext>
            </a:extLst>
          </p:cNvPr>
          <p:cNvSpPr/>
          <p:nvPr userDrawn="1"/>
        </p:nvSpPr>
        <p:spPr>
          <a:xfrm>
            <a:off x="7219540" y="1527734"/>
            <a:ext cx="329184" cy="32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B55BAF7D-E84D-4AEA-9267-5A89F2D57394}"/>
              </a:ext>
            </a:extLst>
          </p:cNvPr>
          <p:cNvSpPr/>
          <p:nvPr userDrawn="1"/>
        </p:nvSpPr>
        <p:spPr>
          <a:xfrm>
            <a:off x="9664979" y="1527734"/>
            <a:ext cx="329184" cy="32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F7C2C2B5-DF2F-44D9-8AD0-91755942639B}"/>
              </a:ext>
            </a:extLst>
          </p:cNvPr>
          <p:cNvSpPr/>
          <p:nvPr userDrawn="1"/>
        </p:nvSpPr>
        <p:spPr>
          <a:xfrm>
            <a:off x="7219540" y="2784622"/>
            <a:ext cx="329184" cy="3276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060C2358-0880-4DCC-B591-574B77C88AF3}"/>
              </a:ext>
            </a:extLst>
          </p:cNvPr>
          <p:cNvSpPr/>
          <p:nvPr userDrawn="1"/>
        </p:nvSpPr>
        <p:spPr>
          <a:xfrm>
            <a:off x="9664979" y="2784622"/>
            <a:ext cx="329184" cy="327600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817B18BE-4EA4-4304-9B25-9AFC3F1868EC}"/>
              </a:ext>
            </a:extLst>
          </p:cNvPr>
          <p:cNvSpPr/>
          <p:nvPr userDrawn="1"/>
        </p:nvSpPr>
        <p:spPr>
          <a:xfrm>
            <a:off x="7219540" y="4041509"/>
            <a:ext cx="329184" cy="327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9A40C470-7D62-4550-AD27-E5BE738863B2}"/>
              </a:ext>
            </a:extLst>
          </p:cNvPr>
          <p:cNvSpPr/>
          <p:nvPr userDrawn="1"/>
        </p:nvSpPr>
        <p:spPr>
          <a:xfrm>
            <a:off x="9664979" y="4041509"/>
            <a:ext cx="329184" cy="3276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xmlns="" id="{31BD8106-14EB-4162-8957-82C7E455BE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30599" y="1868634"/>
            <a:ext cx="1980000" cy="334918"/>
          </a:xfrm>
        </p:spPr>
        <p:txBody>
          <a:bodyPr lIns="36000" tIns="0" rIns="0" bIns="0" anchor="b">
            <a:normAutofit/>
          </a:bodyPr>
          <a:lstStyle>
            <a:lvl1pPr marL="0" indent="0" algn="l">
              <a:buNone/>
              <a:defRPr sz="22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xmlns="" id="{FE4100F4-A1CC-43D0-96D1-E78EC88BAC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0599" y="2253725"/>
            <a:ext cx="1980000" cy="234269"/>
          </a:xfrm>
        </p:spPr>
        <p:txBody>
          <a:bodyPr lIns="36000" tIns="0" rIns="0" bIns="0">
            <a:noAutofit/>
          </a:bodyPr>
          <a:lstStyle>
            <a:lvl1pPr marL="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Category Description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xmlns="" id="{C4F231A8-6423-4204-8A45-BD1BAAD2C15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7230599" y="3132839"/>
            <a:ext cx="1980000" cy="334918"/>
          </a:xfrm>
        </p:spPr>
        <p:txBody>
          <a:bodyPr lIns="36000" tIns="0" rIns="0" bIns="0" anchor="b">
            <a:normAutofit/>
          </a:bodyPr>
          <a:lstStyle>
            <a:lvl1pPr marL="0" indent="0" algn="l">
              <a:buNone/>
              <a:defRPr sz="22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xmlns="" id="{130B9E51-E0C5-4A35-BEE4-403EC90B949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30599" y="3517930"/>
            <a:ext cx="1980000" cy="234269"/>
          </a:xfrm>
        </p:spPr>
        <p:txBody>
          <a:bodyPr lIns="36000" tIns="0" rIns="0" bIns="0">
            <a:noAutofit/>
          </a:bodyPr>
          <a:lstStyle>
            <a:lvl1pPr marL="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Category Description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D5BEF9D2-60F1-4384-BF4C-DCE3EDF0F3A5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7230599" y="4382409"/>
            <a:ext cx="1980000" cy="334918"/>
          </a:xfrm>
        </p:spPr>
        <p:txBody>
          <a:bodyPr lIns="36000" tIns="0" rIns="0" bIns="0" anchor="b">
            <a:normAutofit/>
          </a:bodyPr>
          <a:lstStyle>
            <a:lvl1pPr marL="0" indent="0" algn="l">
              <a:buNone/>
              <a:defRPr sz="22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xmlns="" id="{7F998711-69B2-43A8-A7D8-E7A288289C3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30599" y="4767500"/>
            <a:ext cx="1980000" cy="234269"/>
          </a:xfrm>
        </p:spPr>
        <p:txBody>
          <a:bodyPr lIns="36000" tIns="0" rIns="0" bIns="0">
            <a:noAutofit/>
          </a:bodyPr>
          <a:lstStyle>
            <a:lvl1pPr marL="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Category Description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xmlns="" id="{57B47401-961F-4A4C-8D84-D03D8A8BE7F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9664979" y="1868634"/>
            <a:ext cx="1980000" cy="334918"/>
          </a:xfrm>
        </p:spPr>
        <p:txBody>
          <a:bodyPr lIns="36000" tIns="0" rIns="0" bIns="0" anchor="b">
            <a:normAutofit/>
          </a:bodyPr>
          <a:lstStyle>
            <a:lvl1pPr marL="0" indent="0" algn="l">
              <a:buNone/>
              <a:defRPr sz="22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xmlns="" id="{ED948BF1-3892-42AB-AEF7-4A687A9AE9F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64979" y="2253725"/>
            <a:ext cx="1980000" cy="234269"/>
          </a:xfrm>
        </p:spPr>
        <p:txBody>
          <a:bodyPr lIns="36000" tIns="0" rIns="0" bIns="0">
            <a:noAutofit/>
          </a:bodyPr>
          <a:lstStyle>
            <a:lvl1pPr marL="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Category Description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C9C37FED-20A3-48CB-B63E-181FBBF8F3C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9664979" y="3132839"/>
            <a:ext cx="1980000" cy="334918"/>
          </a:xfrm>
        </p:spPr>
        <p:txBody>
          <a:bodyPr lIns="36000" tIns="0" rIns="0" bIns="0" anchor="b">
            <a:normAutofit/>
          </a:bodyPr>
          <a:lstStyle>
            <a:lvl1pPr marL="0" indent="0" algn="l">
              <a:buNone/>
              <a:defRPr sz="22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xmlns="" id="{7C32AD82-37DD-4D41-8921-3CBF761FEB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664979" y="3517930"/>
            <a:ext cx="1980000" cy="234269"/>
          </a:xfrm>
        </p:spPr>
        <p:txBody>
          <a:bodyPr lIns="36000" tIns="0" rIns="0" bIns="0">
            <a:noAutofit/>
          </a:bodyPr>
          <a:lstStyle>
            <a:lvl1pPr marL="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Category Description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xmlns="" id="{73D98E47-00B1-412D-9DBB-62ACC0398C8B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664979" y="4382409"/>
            <a:ext cx="1980000" cy="334918"/>
          </a:xfrm>
        </p:spPr>
        <p:txBody>
          <a:bodyPr lIns="36000" tIns="0" rIns="0" bIns="0" anchor="b">
            <a:normAutofit/>
          </a:bodyPr>
          <a:lstStyle>
            <a:lvl1pPr marL="0" indent="0" algn="l">
              <a:buNone/>
              <a:defRPr sz="22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xmlns="" id="{A753B197-EDD7-45BA-A120-4C3343A3FC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664979" y="4767500"/>
            <a:ext cx="1980000" cy="234269"/>
          </a:xfrm>
        </p:spPr>
        <p:txBody>
          <a:bodyPr lIns="36000" tIns="0" rIns="0" bIns="0">
            <a:noAutofit/>
          </a:bodyPr>
          <a:lstStyle>
            <a:lvl1pPr marL="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Category Description</a:t>
            </a:r>
          </a:p>
        </p:txBody>
      </p:sp>
      <p:sp>
        <p:nvSpPr>
          <p:cNvPr id="32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705459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387">
          <p15:clr>
            <a:srgbClr val="FBAE40"/>
          </p15:clr>
        </p15:guide>
        <p15:guide id="2" pos="279">
          <p15:clr>
            <a:srgbClr val="FBAE40"/>
          </p15:clr>
        </p15:guide>
        <p15:guide id="3" pos="7129">
          <p15:clr>
            <a:srgbClr val="FBAE40"/>
          </p15:clr>
        </p15:guide>
        <p15:guide id="4" pos="7401">
          <p15:clr>
            <a:srgbClr val="FBAE40"/>
          </p15:clr>
        </p15:guide>
        <p15:guide id="5" orient="horz" pos="2115">
          <p15:clr>
            <a:srgbClr val="FBAE40"/>
          </p15:clr>
        </p15:guide>
        <p15:guide id="6" orient="horz" pos="45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xmlns="" id="{BB0064D4-BDD6-4678-9FA4-3A77F1600A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457199"/>
            <a:ext cx="5637276" cy="595947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B931B8-6920-4B59-AD28-CB99D1D3F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127" y="1331139"/>
            <a:ext cx="4584212" cy="1107114"/>
          </a:xfrm>
        </p:spPr>
        <p:txBody>
          <a:bodyPr lIns="3600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246A6A6-0C1D-4435-9DB9-9E50E52E8D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0127" y="2545450"/>
            <a:ext cx="4584212" cy="540000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1144CC-98A7-494C-8C18-4B4DD609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65399" y="5810400"/>
            <a:ext cx="1080000" cy="234000"/>
          </a:xfrm>
        </p:spPr>
        <p:txBody>
          <a:bodyPr anchor="b" anchorCtr="0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BC23DBD1-F259-4AEB-A7D9-D728D6E04490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87AD20-725D-45E4-8D6A-08EF4C818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86A1DB-63FF-4850-A872-85EE7C08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13548F99-E128-4301-95D8-8FDACDA5912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0128" y="3300065"/>
            <a:ext cx="4584212" cy="1745768"/>
          </a:xfrm>
        </p:spPr>
        <p:txBody>
          <a:bodyPr lIns="36000" tIns="0" rIns="0" bIns="0">
            <a:noAutofit/>
          </a:bodyPr>
          <a:lstStyle>
            <a:lvl1pPr marL="216000" indent="-216000">
              <a:spcBef>
                <a:spcPts val="600"/>
              </a:spcBef>
              <a:buClr>
                <a:schemeClr val="tx2">
                  <a:lumMod val="40000"/>
                  <a:lumOff val="60000"/>
                </a:schemeClr>
              </a:buClr>
              <a:buSzPct val="125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398035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4A9E66CD-99CC-45B1-A15D-3626A6160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8724" y="457200"/>
            <a:ext cx="11274552" cy="5943600"/>
          </a:xfrm>
          <a:noFill/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CF15D4B3-A0CD-4C14-BB5E-CB9859BD8A5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64480" y="1746127"/>
            <a:ext cx="1463040" cy="98755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829233-8E4C-4046-85BB-5166B8A72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724" y="3252538"/>
            <a:ext cx="11274552" cy="1348720"/>
          </a:xfrm>
          <a:solidFill>
            <a:schemeClr val="bg1">
              <a:alpha val="60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55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6A507DE-4CA5-4E76-8450-4125151EB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724" y="4601258"/>
            <a:ext cx="11274552" cy="1799542"/>
          </a:xfrm>
          <a:solidFill>
            <a:schemeClr val="tx1">
              <a:alpha val="90000"/>
            </a:schemeClr>
          </a:solidFill>
        </p:spPr>
        <p:txBody>
          <a:bodyPr tIns="252000" anchor="t" anchorCtr="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xmlns="" id="{06F64230-8502-4625-8B46-5660458931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6767" y="5400675"/>
            <a:ext cx="1800225" cy="2809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40000"/>
                    <a:lumOff val="60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40000"/>
                    <a:lumOff val="60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40000"/>
                    <a:lumOff val="60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noProof="0"/>
              <a:t>Email: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xmlns="" id="{1B08C5A6-5B1B-4D50-A772-24B26B7B80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34879" y="5695950"/>
            <a:ext cx="3384000" cy="28050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200">
                <a:solidFill>
                  <a:schemeClr val="bg1"/>
                </a:solidFill>
                <a:latin typeface="+mj-lt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 noProof="0"/>
              <a:t>victoria@fabrikam.com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xmlns="" id="{5C49BB1D-A8D4-4E41-8A43-F84FDE9EE6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12303" y="5400284"/>
            <a:ext cx="1800225" cy="2809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40000"/>
                    <a:lumOff val="60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40000"/>
                    <a:lumOff val="60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40000"/>
                    <a:lumOff val="60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noProof="0"/>
              <a:t>Phone: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xmlns="" id="{DD82CF91-0C32-4E77-9CBF-A777B27493C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62415" y="5695559"/>
            <a:ext cx="2700000" cy="28050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200">
                <a:solidFill>
                  <a:schemeClr val="bg1"/>
                </a:solidFill>
                <a:latin typeface="+mj-lt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 noProof="0"/>
              <a:t>404-555-0115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xmlns="" id="{EF7B6245-3D6D-418F-83D6-C8DE0293CC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56571" y="5400284"/>
            <a:ext cx="1800225" cy="280988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40000"/>
                    <a:lumOff val="60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40000"/>
                    <a:lumOff val="60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40000"/>
                    <a:lumOff val="60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noProof="0"/>
              <a:t>Website: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xmlns="" id="{9410B445-6FE4-4773-A905-61A2C5C69B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36683" y="5695559"/>
            <a:ext cx="3240000" cy="28050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200">
                <a:solidFill>
                  <a:schemeClr val="bg1"/>
                </a:solidFill>
                <a:latin typeface="+mj-lt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www.fabrikam.com</a:t>
            </a:r>
          </a:p>
        </p:txBody>
      </p:sp>
    </p:spTree>
    <p:extLst>
      <p:ext uri="{BB962C8B-B14F-4D97-AF65-F5344CB8AC3E}">
        <p14:creationId xmlns:p14="http://schemas.microsoft.com/office/powerpoint/2010/main" val="164116236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99E0FDC-7174-4CCC-8759-832F13BB97E3}"/>
              </a:ext>
            </a:extLst>
          </p:cNvPr>
          <p:cNvSpPr/>
          <p:nvPr userDrawn="1"/>
        </p:nvSpPr>
        <p:spPr>
          <a:xfrm>
            <a:off x="6120456" y="2371154"/>
            <a:ext cx="5165454" cy="1490472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42C8867A-E08C-4237-858A-8806988D6BFB}"/>
              </a:ext>
            </a:extLst>
          </p:cNvPr>
          <p:cNvSpPr/>
          <p:nvPr userDrawn="1"/>
        </p:nvSpPr>
        <p:spPr>
          <a:xfrm>
            <a:off x="906089" y="1804226"/>
            <a:ext cx="5214367" cy="20574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31326-08A9-441D-B1A8-6627141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4" y="740998"/>
            <a:ext cx="9535686" cy="568800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9C403B-F50A-4124-BE88-55C843FA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8E8F-7A79-47A4-A23F-F3FD3E2A15F3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A151E7-E2A1-4EA3-8293-FA9D289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BB57EB4-66F5-49E8-A8EF-39029E9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xmlns="" id="{E6BA5EAA-9D1F-41A8-B061-8C18B61C4F6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46857" y="4156047"/>
            <a:ext cx="3276000" cy="385091"/>
          </a:xfrm>
        </p:spPr>
        <p:txBody>
          <a:bodyPr lIns="36000" tIns="0" rIns="0" bIns="0" anchor="b">
            <a:normAutofit/>
          </a:bodyPr>
          <a:lstStyle>
            <a:lvl1pPr marL="0" indent="0" algn="l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xmlns="" id="{60E8EB22-EE54-4319-BFD9-B51D4D584A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6857" y="4541138"/>
            <a:ext cx="3276000" cy="1036067"/>
          </a:xfrm>
        </p:spPr>
        <p:txBody>
          <a:bodyPr lIns="36000" tIns="0" rIns="0" bIns="0">
            <a:noAutofit/>
          </a:bodyPr>
          <a:lstStyle>
            <a:lvl1pPr marL="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50604DC3-2547-4A5A-8AF8-1051ADC267D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08006" y="4238758"/>
            <a:ext cx="960120" cy="961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xmlns="" id="{D5CAA23C-172B-4B6C-BB10-4F4DB6CFD19B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7259308" y="4156047"/>
            <a:ext cx="3276000" cy="334919"/>
          </a:xfrm>
        </p:spPr>
        <p:txBody>
          <a:bodyPr lIns="36000" tIns="0" rIns="0" bIns="0" anchor="b">
            <a:normAutofit/>
          </a:bodyPr>
          <a:lstStyle>
            <a:lvl1pPr marL="0" indent="0" algn="l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xmlns="" id="{5873C0A4-108E-4DD1-A604-311D061489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59308" y="4541138"/>
            <a:ext cx="3276000" cy="1036067"/>
          </a:xfrm>
        </p:spPr>
        <p:txBody>
          <a:bodyPr lIns="36000" tIns="0" rIns="0" bIns="0">
            <a:noAutofit/>
          </a:bodyPr>
          <a:lstStyle>
            <a:lvl1pPr marL="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Clr>
                <a:schemeClr val="tx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2" name="Picture Placeholder 11">
            <a:extLst>
              <a:ext uri="{FF2B5EF4-FFF2-40B4-BE49-F238E27FC236}">
                <a16:creationId xmlns:a16="http://schemas.microsoft.com/office/drawing/2014/main" xmlns="" id="{FA4996C0-7B37-42C4-BDFF-F0C54D4A88C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120457" y="4238758"/>
            <a:ext cx="960120" cy="961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xmlns="" id="{0601F736-3A21-4DC5-AFCA-F1729A2547A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9280" y="2177705"/>
            <a:ext cx="4403527" cy="1315520"/>
          </a:xfrm>
        </p:spPr>
        <p:txBody>
          <a:bodyPr lIns="36000" tIns="0" rIns="0" bIns="0">
            <a:normAutofit/>
          </a:bodyPr>
          <a:lstStyle>
            <a:lvl1pPr marL="0" indent="0">
              <a:spcBef>
                <a:spcPts val="600"/>
              </a:spcBef>
              <a:buClr>
                <a:schemeClr val="bg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bg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xmlns="" id="{96A341BE-3657-48DB-B26D-8D13FDC44D0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67060" y="2740330"/>
            <a:ext cx="4425658" cy="752895"/>
          </a:xfrm>
        </p:spPr>
        <p:txBody>
          <a:bodyPr lIns="36000" tIns="0" rIns="0" bIns="0">
            <a:normAutofit/>
          </a:bodyPr>
          <a:lstStyle>
            <a:lvl1pPr marL="0" indent="0">
              <a:spcBef>
                <a:spcPts val="600"/>
              </a:spcBef>
              <a:buClr>
                <a:schemeClr val="accent1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accent1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629730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387">
          <p15:clr>
            <a:srgbClr val="FBAE40"/>
          </p15:clr>
        </p15:guide>
        <p15:guide id="2" pos="279">
          <p15:clr>
            <a:srgbClr val="FBAE40"/>
          </p15:clr>
        </p15:guide>
        <p15:guide id="3" pos="7129">
          <p15:clr>
            <a:srgbClr val="FBAE40"/>
          </p15:clr>
        </p15:guide>
        <p15:guide id="4" pos="7401">
          <p15:clr>
            <a:srgbClr val="FBAE40"/>
          </p15:clr>
        </p15:guide>
        <p15:guide id="5" orient="horz" pos="2115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xmlns="" id="{BB0064D4-BDD6-4678-9FA4-3A77F1600A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457199"/>
            <a:ext cx="5637276" cy="595947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B931B8-6920-4B59-AD28-CB99D1D3F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0127" y="691751"/>
            <a:ext cx="4584212" cy="540001"/>
          </a:xfrm>
        </p:spPr>
        <p:txBody>
          <a:bodyPr lIns="3600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Title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246A6A6-0C1D-4435-9DB9-9E50E52E8D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0127" y="1326250"/>
            <a:ext cx="4584212" cy="1353312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1144CC-98A7-494C-8C18-4B4DD609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65399" y="5810400"/>
            <a:ext cx="1080000" cy="234000"/>
          </a:xfrm>
        </p:spPr>
        <p:txBody>
          <a:bodyPr anchor="b" anchorCtr="0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BC23DBD1-F259-4AEB-A7D9-D728D6E04490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87AD20-725D-45E4-8D6A-08EF4C818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86A1DB-63FF-4850-A872-85EE7C08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13548F99-E128-4301-95D8-8FDACDA5912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0128" y="2893665"/>
            <a:ext cx="4584212" cy="1538635"/>
          </a:xfrm>
        </p:spPr>
        <p:txBody>
          <a:bodyPr lIns="36000" tIns="0" rIns="0" bIns="0">
            <a:normAutofit/>
          </a:bodyPr>
          <a:lstStyle>
            <a:lvl1pPr marL="0" indent="0">
              <a:spcBef>
                <a:spcPts val="600"/>
              </a:spcBef>
              <a:buClr>
                <a:schemeClr val="bg2"/>
              </a:buClr>
              <a:buSzPct val="125000"/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E90A1C-4042-4F0F-BBF6-19CE0BDB72B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46601" y="4579181"/>
            <a:ext cx="4584212" cy="1097719"/>
          </a:xfrm>
        </p:spPr>
        <p:txBody>
          <a:bodyPr lIns="36000" tIns="0" rIns="0" bIns="0">
            <a:normAutofit/>
          </a:bodyPr>
          <a:lstStyle>
            <a:lvl1pPr marL="171450" indent="-171450">
              <a:spcBef>
                <a:spcPts val="600"/>
              </a:spcBef>
              <a:buClr>
                <a:schemeClr val="tx2">
                  <a:lumMod val="40000"/>
                  <a:lumOff val="60000"/>
                </a:schemeClr>
              </a:buClr>
              <a:buSzPct val="125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315767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506">
          <p15:clr>
            <a:srgbClr val="FBAE40"/>
          </p15:clr>
        </p15:guide>
        <p15:guide id="3" orient="horz" pos="528" userDrawn="1">
          <p15:clr>
            <a:srgbClr val="FBAE40"/>
          </p15:clr>
        </p15:guide>
        <p15:guide id="4" pos="717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with Capy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47D0000-7C67-41EE-B43F-AE22457B36AB}"/>
              </a:ext>
            </a:extLst>
          </p:cNvPr>
          <p:cNvSpPr/>
          <p:nvPr userDrawn="1"/>
        </p:nvSpPr>
        <p:spPr>
          <a:xfrm>
            <a:off x="0" y="1737360"/>
            <a:ext cx="5047488" cy="512064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2466C2-B08E-47AF-9DA7-104243999B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742867"/>
            <a:ext cx="3232108" cy="566931"/>
          </a:xfrm>
        </p:spPr>
        <p:txBody>
          <a:bodyPr lIns="36000" tIns="0" rIns="0" bIns="0"/>
          <a:lstStyle/>
          <a:p>
            <a:r>
              <a:rPr lang="en-US" noProof="0"/>
              <a:t>Title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AA31567-B240-40D5-82F7-A7DBFE5D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FFEB-7D66-4958-8CB8-D2B18C6A5A9B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0CFCD12-4263-4A80-B68E-F72622E6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641E74F-5D68-44E6-AE69-70A1A935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xmlns="" id="{3919B118-F379-4011-B1CF-E685CC09FA3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118253" y="3022847"/>
            <a:ext cx="3757265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xmlns="" id="{CF59DFEB-5DA9-4E64-84A0-3FAA808064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18253" y="3390381"/>
            <a:ext cx="3757265" cy="696037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xmlns="" id="{F842B3BB-CE92-4AEA-A2FF-5EEC732A4E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18253" y="2373098"/>
            <a:ext cx="612648" cy="557784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xmlns="" id="{68514664-8AD0-4DF7-8C6F-12FFA6BEA7B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097124" y="867177"/>
            <a:ext cx="5699305" cy="1174966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3B535E35-8075-4558-BA3A-C9DFB4FCA5B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040340" y="2277360"/>
            <a:ext cx="2029968" cy="353326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9E1A0053-EF84-446F-850C-6AC8FF9CCED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18253" y="5004312"/>
            <a:ext cx="3757265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xmlns="" id="{1534A936-14F3-4AEF-8CAD-03D91D568FE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18254" y="5371846"/>
            <a:ext cx="3757266" cy="540000"/>
          </a:xfrm>
        </p:spPr>
        <p:txBody>
          <a:bodyPr lIns="3600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xmlns="" id="{A88BEF2F-BB04-4330-BC4B-2912B69653B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118253" y="4354563"/>
            <a:ext cx="612648" cy="557784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xmlns="" id="{48D7F0F9-4118-4257-9D45-A5772C2110D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529940" y="742867"/>
            <a:ext cx="786384" cy="521208"/>
          </a:xfrm>
          <a:ln w="6350">
            <a:solidFill>
              <a:schemeClr val="accent5">
                <a:alpha val="5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727657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829233-8E4C-4046-85BB-5166B8A72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724" y="3252538"/>
            <a:ext cx="11274552" cy="1348720"/>
          </a:xfrm>
          <a:solidFill>
            <a:schemeClr val="bg1">
              <a:alpha val="60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5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6A507DE-4CA5-4E76-8450-4125151EB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724" y="4628730"/>
            <a:ext cx="11274552" cy="1772070"/>
          </a:xfrm>
          <a:solidFill>
            <a:schemeClr val="accent1">
              <a:alpha val="30000"/>
            </a:schemeClr>
          </a:solidFill>
        </p:spPr>
        <p:txBody>
          <a:bodyPr tIns="252000" rIns="90000" anchor="t" anchorCtr="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79879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xmlns="" id="{3C2DEF1B-00D0-44E1-8603-CE979D2C4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788" y="2028826"/>
            <a:ext cx="4726800" cy="725776"/>
          </a:xfrm>
          <a:solidFill>
            <a:schemeClr val="accent1">
              <a:alpha val="60000"/>
            </a:schemeClr>
          </a:solidFill>
        </p:spPr>
        <p:txBody>
          <a:bodyPr vert="horz" lIns="396000" tIns="45720" rIns="91440" bIns="45720" rtlCol="0" anchor="ctr" anchorCtr="0">
            <a:noAutofit/>
          </a:bodyPr>
          <a:lstStyle>
            <a:lvl1pPr marL="0" indent="0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smtClean="0"/>
              <a:t>Click to edit Master text styles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xmlns="" id="{64B737A3-9F6C-4989-B51B-07BDDD38F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88" y="2754601"/>
            <a:ext cx="4726800" cy="1861200"/>
          </a:xfrm>
          <a:solidFill>
            <a:schemeClr val="bg1">
              <a:alpha val="50000"/>
            </a:schemeClr>
          </a:solidFill>
        </p:spPr>
        <p:txBody>
          <a:bodyPr lIns="396000" tIns="0" rIns="0" bIns="0">
            <a:noAutofit/>
          </a:bodyPr>
          <a:lstStyle>
            <a:lvl1pPr>
              <a:lnSpc>
                <a:spcPct val="85000"/>
              </a:lnSpc>
              <a:defRPr sz="5500"/>
            </a:lvl1pPr>
          </a:lstStyle>
          <a:p>
            <a:r>
              <a:rPr lang="en-US" dirty="0"/>
              <a:t>Click to Edit 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168019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4" orient="horz" pos="55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E61479DD-CE43-4425-B485-C8F1C75475A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97939"/>
            <a:ext cx="10515600" cy="3874709"/>
          </a:xfrm>
        </p:spPr>
        <p:txBody>
          <a:bodyPr>
            <a:normAutofit/>
          </a:bodyPr>
          <a:lstStyle>
            <a:lvl1pPr marL="228600" indent="-228600">
              <a:buClr>
                <a:schemeClr val="tx2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  <a:defRPr sz="2000"/>
            </a:lvl1pPr>
            <a:lvl2pPr marL="685800" indent="-2286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/>
            </a:lvl2pPr>
            <a:lvl3pPr marL="1143000" indent="-2286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/>
            </a:lvl3pPr>
            <a:lvl4pPr marL="1600200" indent="-2286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400"/>
            </a:lvl4pPr>
            <a:lvl5pPr marL="2057400" indent="-2286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31326-08A9-441D-B1A8-6627141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4" y="740998"/>
            <a:ext cx="9535686" cy="568800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9C403B-F50A-4124-BE88-55C843FA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8E8F-7A79-47A4-A23F-F3FD3E2A15F3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A151E7-E2A1-4EA3-8293-FA9D289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BB57EB4-66F5-49E8-A8EF-39029E9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6601203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31326-08A9-441D-B1A8-6627141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4" y="740998"/>
            <a:ext cx="9535686" cy="568800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9C403B-F50A-4124-BE88-55C843FA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8E8F-7A79-47A4-A23F-F3FD3E2A15F3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A151E7-E2A1-4EA3-8293-FA9D289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BB57EB4-66F5-49E8-A8EF-39029E9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xmlns="" id="{61FE0B9B-7D73-4311-B749-C3FA874AF7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6612" y="1597938"/>
            <a:ext cx="4820533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xmlns="" id="{9CA39242-8640-435B-8C03-0CB0BC8E88E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495790" y="1597938"/>
            <a:ext cx="4820533" cy="334918"/>
          </a:xfrm>
        </p:spPr>
        <p:txBody>
          <a:bodyPr lIns="36000" tIns="0" rIns="0" bIns="0" anchor="b">
            <a:norm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0314D5FA-EBD7-472E-9864-D76743BAB4DF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836613" y="2055043"/>
            <a:ext cx="4821237" cy="3417605"/>
          </a:xfrm>
        </p:spPr>
        <p:txBody>
          <a:bodyPr lIns="36000" tIns="0" rIns="0" bIns="0">
            <a:normAutofit/>
          </a:bodyPr>
          <a:lstStyle>
            <a:lvl1pPr marL="0" indent="0" algn="l">
              <a:buNone/>
              <a:defRPr sz="2000"/>
            </a:lvl1pPr>
            <a:lvl2pPr marL="457200" indent="0" algn="l">
              <a:buNone/>
              <a:defRPr sz="18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xmlns="" id="{BA129CFA-D87C-494E-9E6D-E317C4D157EB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495086" y="2055043"/>
            <a:ext cx="4821237" cy="3417605"/>
          </a:xfrm>
        </p:spPr>
        <p:txBody>
          <a:bodyPr lIns="36000" tIns="0" rIns="0" bIns="0">
            <a:normAutofit/>
          </a:bodyPr>
          <a:lstStyle>
            <a:lvl1pPr marL="0" indent="0" algn="l">
              <a:buNone/>
              <a:defRPr sz="2000"/>
            </a:lvl1pPr>
            <a:lvl2pPr marL="457200" indent="0" algn="l">
              <a:buNone/>
              <a:defRPr sz="180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598894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B7BBC9A-B18B-4F56-8515-321CD01B2666}"/>
              </a:ext>
            </a:extLst>
          </p:cNvPr>
          <p:cNvSpPr/>
          <p:nvPr userDrawn="1"/>
        </p:nvSpPr>
        <p:spPr>
          <a:xfrm>
            <a:off x="6096000" y="1838558"/>
            <a:ext cx="5653088" cy="3761895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31326-08A9-441D-B1A8-6627141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4" y="740998"/>
            <a:ext cx="9535686" cy="568800"/>
          </a:xfrm>
        </p:spPr>
        <p:txBody>
          <a:bodyPr lIns="36000" tIns="0" rIns="0" bIns="0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9C403B-F50A-4124-BE88-55C843FA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8E8F-7A79-47A4-A23F-F3FD3E2A15F3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2A151E7-E2A1-4EA3-8293-FA9D289D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BB57EB4-66F5-49E8-A8EF-39029E9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33076231-2A54-4E4C-AED3-197E208C14BB}"/>
              </a:ext>
            </a:extLst>
          </p:cNvPr>
          <p:cNvSpPr/>
          <p:nvPr userDrawn="1"/>
        </p:nvSpPr>
        <p:spPr>
          <a:xfrm>
            <a:off x="0" y="1838558"/>
            <a:ext cx="6096000" cy="3761895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85E84782-CEED-4A74-8650-9CC907EA720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166173"/>
            <a:ext cx="4817357" cy="338901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2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noProof="0"/>
              <a:t>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xmlns="" id="{A4442761-B05F-4E61-83C8-DA8019B0932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614467"/>
            <a:ext cx="4817357" cy="2667396"/>
          </a:xfrm>
        </p:spPr>
        <p:txBody>
          <a:bodyPr>
            <a:normAutofit/>
          </a:bodyPr>
          <a:lstStyle>
            <a:lvl1pPr marL="228600" indent="-228600">
              <a:buClr>
                <a:schemeClr val="tx2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  <a:defRPr sz="1400"/>
            </a:lvl1pPr>
            <a:lvl2pPr marL="685800" indent="-228600">
              <a:buClr>
                <a:schemeClr val="tx2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xmlns="" id="{675CE59E-BBF8-4A23-A2D4-859D2A375B8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495790" y="2166173"/>
            <a:ext cx="4859598" cy="338902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200" b="1">
                <a:latin typeface="+mj-lt"/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xmlns="" id="{E8F94DDD-6A48-4E09-A419-FAF3E395AB5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495790" y="2614467"/>
            <a:ext cx="4859598" cy="2667396"/>
          </a:xfrm>
        </p:spPr>
        <p:txBody>
          <a:bodyPr>
            <a:normAutofit/>
          </a:bodyPr>
          <a:lstStyle>
            <a:lvl1pPr marL="228600" indent="-228600"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  <a:defRPr sz="1400"/>
            </a:lvl1pPr>
            <a:lvl2pPr marL="685800" indent="-228600"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3208155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1144CC-98A7-494C-8C18-4B4DD609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78B1225C-A326-43F6-99D9-A073D5261568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87AD20-725D-45E4-8D6A-08EF4C818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86A1DB-63FF-4850-A872-85EE7C08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xmlns="" id="{D0DF9619-89F0-4C89-BF3C-FB75431C0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148" y="622349"/>
            <a:ext cx="7835705" cy="112461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0002830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1144CC-98A7-494C-8C18-4B4DD609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65399" y="5810400"/>
            <a:ext cx="1080000" cy="234000"/>
          </a:xfrm>
        </p:spPr>
        <p:txBody>
          <a:bodyPr anchor="b" anchorCtr="0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BC23DBD1-F259-4AEB-A7D9-D728D6E04490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87AD20-725D-45E4-8D6A-08EF4C818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86A1DB-63FF-4850-A872-85EE7C08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18110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506">
          <p15:clr>
            <a:srgbClr val="FBAE40"/>
          </p15:clr>
        </p15:guide>
        <p15:guide id="3" orient="horz" pos="504">
          <p15:clr>
            <a:srgbClr val="FBAE40"/>
          </p15:clr>
        </p15:guide>
        <p15:guide id="4" pos="717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0595AFC1-BF2C-4C83-B474-7121F9C0BC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457199"/>
            <a:ext cx="5653088" cy="5403851"/>
          </a:xfrm>
          <a:noFill/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B931B8-6920-4B59-AD28-CB99D1D3F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0127" y="691751"/>
            <a:ext cx="4584212" cy="540001"/>
          </a:xfrm>
        </p:spPr>
        <p:txBody>
          <a:bodyPr lIns="3600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Title Here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1144CC-98A7-494C-8C18-4B4DD609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65399" y="5810400"/>
            <a:ext cx="1080000" cy="234000"/>
          </a:xfrm>
        </p:spPr>
        <p:txBody>
          <a:bodyPr anchor="b" anchorCtr="0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BC23DBD1-F259-4AEB-A7D9-D728D6E04490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87AD20-725D-45E4-8D6A-08EF4C818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86A1DB-63FF-4850-A872-85EE7C08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xmlns="" id="{8ECAA0F2-C20F-4289-BFB8-9BC2C65A8B9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1326250"/>
            <a:ext cx="4574551" cy="4484150"/>
          </a:xfrm>
        </p:spPr>
        <p:txBody>
          <a:bodyPr vert="horz" lIns="36000" tIns="0" rIns="0" bIns="0" rtlCol="0">
            <a:normAutofit/>
          </a:bodyPr>
          <a:lstStyle>
            <a:lvl1pPr marL="0" indent="0">
              <a:buNone/>
              <a:defRPr lang="en-US" sz="180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500659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506">
          <p15:clr>
            <a:srgbClr val="FBAE40"/>
          </p15:clr>
        </p15:guide>
        <p15:guide id="3" orient="horz" pos="528">
          <p15:clr>
            <a:srgbClr val="FBAE40"/>
          </p15:clr>
        </p15:guide>
        <p15:guide id="4" pos="717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1144CC-98A7-494C-8C18-4B4DD609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DA9C29-DD8E-4518-B4D3-44806885A5F9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87AD20-725D-45E4-8D6A-08EF4C818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FOOADDTER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86A1DB-63FF-4850-A872-85EE7C08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D46F9B8-64BA-45E5-845E-CA6696C25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4975" y="742867"/>
            <a:ext cx="7402050" cy="566931"/>
          </a:xfrm>
        </p:spPr>
        <p:txBody>
          <a:bodyPr lIns="36000" tIns="0" rIns="0" bIns="0"/>
          <a:lstStyle>
            <a:lvl1pPr algn="ctr"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xmlns="" id="{704937D3-320F-475C-B607-8D8AE31FF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8724" y="2277980"/>
            <a:ext cx="11290364" cy="4122820"/>
          </a:xfrm>
        </p:spPr>
        <p:txBody>
          <a:bodyPr anchor="ctr" anchorCtr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xmlns="" id="{68404903-B722-4F8B-94E9-F478DB3A75E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394975" y="1377834"/>
            <a:ext cx="7402050" cy="540000"/>
          </a:xfrm>
        </p:spPr>
        <p:txBody>
          <a:bodyPr vert="horz" lIns="36000" tIns="0" rIns="0" bIns="0" rtlCol="0">
            <a:normAutofit/>
          </a:bodyPr>
          <a:lstStyle>
            <a:lvl1pPr marL="0" indent="0" algn="ctr">
              <a:buNone/>
              <a:defRPr lang="en-US" sz="1800">
                <a:solidFill>
                  <a:schemeClr val="tx2"/>
                </a:solidFill>
              </a:defRPr>
            </a:lvl1pPr>
          </a:lstStyle>
          <a:p>
            <a:pPr marL="228600" lvl="0" indent="-228600" algn="ctr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772869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C9C1590D-4639-4494-A37B-A15E7114F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2867"/>
            <a:ext cx="9037320" cy="566931"/>
          </a:xfrm>
        </p:spPr>
        <p:txBody>
          <a:bodyPr lIns="36000" tIns="0" rIns="0" bIns="0"/>
          <a:lstStyle/>
          <a:p>
            <a:r>
              <a:rPr lang="en-US" smtClean="0"/>
              <a:t>Click to edit Master title style</a:t>
            </a:r>
            <a:endParaRPr lang="ru-RU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E40C1F5F-4B50-4906-83E6-9A2F1CB1F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8161" y="2982416"/>
            <a:ext cx="1645920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xmlns="" id="{172EC0A4-5E0C-44C7-B8BF-100C17934C9D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1399426" y="1924687"/>
            <a:ext cx="2469965" cy="982274"/>
          </a:xfrm>
        </p:spPr>
        <p:txBody>
          <a:bodyPr lIns="0" rIns="0" bIns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Master text</a:t>
            </a:r>
            <a:br>
              <a:rPr lang="en-US" dirty="0"/>
            </a:br>
            <a:r>
              <a:rPr lang="en-US" dirty="0"/>
              <a:t>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xmlns="" id="{709E18E3-2E11-4B74-AF2C-001F81DE3F24}"/>
              </a:ext>
            </a:extLst>
          </p:cNvPr>
          <p:cNvSpPr>
            <a:spLocks noGrp="1"/>
          </p:cNvSpPr>
          <p:nvPr>
            <p:ph type="body" sz="half" idx="36"/>
          </p:nvPr>
        </p:nvSpPr>
        <p:spPr>
          <a:xfrm>
            <a:off x="2611286" y="2982416"/>
            <a:ext cx="1389888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xmlns="" id="{D61E6447-2CC7-47A3-8681-4133CCCB54D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90694" y="3605411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ru-RU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CAD91B82-5EEF-4712-A699-B8302B6558D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514673" y="3605411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ru-RU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xmlns="" id="{57FAEB2B-6A01-4C63-ACA3-03B6E2919E8A}"/>
              </a:ext>
            </a:extLst>
          </p:cNvPr>
          <p:cNvSpPr>
            <a:spLocks noGrp="1"/>
          </p:cNvSpPr>
          <p:nvPr>
            <p:ph type="body" sz="half" idx="39"/>
          </p:nvPr>
        </p:nvSpPr>
        <p:spPr>
          <a:xfrm>
            <a:off x="4955269" y="2982416"/>
            <a:ext cx="2113508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xmlns="" id="{89680D39-3D54-40CF-ABCB-BA448F099B30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5509170" y="1924687"/>
            <a:ext cx="1622417" cy="982274"/>
          </a:xfrm>
        </p:spPr>
        <p:txBody>
          <a:bodyPr lIns="0" rIns="0" bIns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Master text</a:t>
            </a:r>
            <a:br>
              <a:rPr lang="en-US" dirty="0"/>
            </a:br>
            <a:r>
              <a:rPr lang="en-US" dirty="0"/>
              <a:t>styles</a:t>
            </a:r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xmlns="" id="{E81CA5F1-31CE-4D4C-A27D-2B342ECD994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961249" y="3605411"/>
            <a:ext cx="2048256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ru-RU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xmlns="" id="{7C3544C3-FDC7-4C8F-A615-9529597C549D}"/>
              </a:ext>
            </a:extLst>
          </p:cNvPr>
          <p:cNvSpPr>
            <a:spLocks noGrp="1"/>
          </p:cNvSpPr>
          <p:nvPr>
            <p:ph type="body" sz="half" idx="45"/>
          </p:nvPr>
        </p:nvSpPr>
        <p:spPr>
          <a:xfrm>
            <a:off x="7915161" y="2982416"/>
            <a:ext cx="2197045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xmlns="" id="{7691DC2D-3064-4822-9D2D-80D59EA85EBB}"/>
              </a:ext>
            </a:extLst>
          </p:cNvPr>
          <p:cNvSpPr>
            <a:spLocks noGrp="1"/>
          </p:cNvSpPr>
          <p:nvPr>
            <p:ph type="body" sz="half" idx="46" hasCustomPrompt="1"/>
          </p:nvPr>
        </p:nvSpPr>
        <p:spPr>
          <a:xfrm>
            <a:off x="8469062" y="1924687"/>
            <a:ext cx="1622417" cy="982274"/>
          </a:xfrm>
        </p:spPr>
        <p:txBody>
          <a:bodyPr lIns="0" rIns="0" bIns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2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Master text</a:t>
            </a:r>
            <a:br>
              <a:rPr lang="en-US" dirty="0"/>
            </a:br>
            <a:r>
              <a:rPr lang="en-US" dirty="0"/>
              <a:t>styles</a:t>
            </a:r>
          </a:p>
        </p:txBody>
      </p:sp>
      <p:sp>
        <p:nvSpPr>
          <p:cNvPr id="24" name="Picture Placeholder 12">
            <a:extLst>
              <a:ext uri="{FF2B5EF4-FFF2-40B4-BE49-F238E27FC236}">
                <a16:creationId xmlns:a16="http://schemas.microsoft.com/office/drawing/2014/main" xmlns="" id="{130FD286-B22E-4EEB-8B67-4CE7BF2FBA8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921141" y="3605411"/>
            <a:ext cx="1280160" cy="89611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ru-RU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xmlns="" id="{EDCAE751-A04A-4A9B-8EE4-3E1B64E955F3}"/>
              </a:ext>
            </a:extLst>
          </p:cNvPr>
          <p:cNvSpPr>
            <a:spLocks noGrp="1"/>
          </p:cNvSpPr>
          <p:nvPr>
            <p:ph type="body" sz="half" idx="49"/>
          </p:nvPr>
        </p:nvSpPr>
        <p:spPr>
          <a:xfrm>
            <a:off x="7888266" y="4704396"/>
            <a:ext cx="2223939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xmlns="" id="{21FD07BB-52C2-4F52-A969-6778D844E8D4}"/>
              </a:ext>
            </a:extLst>
          </p:cNvPr>
          <p:cNvSpPr>
            <a:spLocks noGrp="1"/>
          </p:cNvSpPr>
          <p:nvPr>
            <p:ph type="body" sz="half" idx="50"/>
          </p:nvPr>
        </p:nvSpPr>
        <p:spPr>
          <a:xfrm>
            <a:off x="874713" y="5838788"/>
            <a:ext cx="8993089" cy="365122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xmlns="" id="{2E1D5C74-7DD8-44F1-8142-1961D0C932B3}"/>
              </a:ext>
            </a:extLst>
          </p:cNvPr>
          <p:cNvSpPr>
            <a:spLocks noGrp="1"/>
          </p:cNvSpPr>
          <p:nvPr>
            <p:ph type="body" sz="half" idx="51"/>
          </p:nvPr>
        </p:nvSpPr>
        <p:spPr>
          <a:xfrm>
            <a:off x="4955269" y="4704395"/>
            <a:ext cx="2048256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xmlns="" id="{9A6D3509-A776-4654-B6B2-F528C9FE78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8200" y="1951635"/>
            <a:ext cx="558402" cy="8961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7000" b="1">
                <a:gradFill flip="none" rotWithShape="1">
                  <a:gsLst>
                    <a:gs pos="100000">
                      <a:srgbClr val="6D3B4F"/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xmlns="" id="{BCA4A1CD-2E82-40FA-88EC-3D9F238493C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27665" y="1927715"/>
            <a:ext cx="558402" cy="8961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7000" b="1">
                <a:gradFill flip="none" rotWithShape="1">
                  <a:gsLst>
                    <a:gs pos="100000">
                      <a:srgbClr val="6D3B4F"/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xmlns="" id="{476CA787-1443-453E-A0C1-A9391E1B647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88266" y="1931188"/>
            <a:ext cx="558402" cy="8961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7000" b="1">
                <a:gradFill flip="none" rotWithShape="1">
                  <a:gsLst>
                    <a:gs pos="100000">
                      <a:srgbClr val="6D3B4F"/>
                    </a:gs>
                    <a:gs pos="0">
                      <a:schemeClr val="bg2"/>
                    </a:gs>
                  </a:gsLst>
                  <a:lin ang="10800000" scaled="1"/>
                  <a:tileRect/>
                </a:gra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682713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4" orient="horz" pos="55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81909F8-4C72-41AE-A265-A2B21B72E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14C406D-18BA-41D1-9AE4-5455C4F8F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C08778-B918-4CC2-ACB0-052809B79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65399" y="5810623"/>
            <a:ext cx="1080000" cy="234000"/>
          </a:xfrm>
          <a:prstGeom prst="rect">
            <a:avLst/>
          </a:prstGeom>
        </p:spPr>
        <p:txBody>
          <a:bodyPr vert="horz" lIns="91440" tIns="0" rIns="0" bIns="0" rtlCol="0" anchor="b" anchorCtr="0"/>
          <a:lstStyle>
            <a:lvl1pPr algn="r"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3435D83B-8639-4535-9E2A-6F2776DA544B}" type="datetime1">
              <a:rPr lang="en-US" noProof="0" smtClean="0"/>
              <a:t>04-Apr-26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498005-9236-461C-A055-9B9AB0DDF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0599" y="6057923"/>
            <a:ext cx="4114800" cy="234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lvl1pPr algn="r"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320050C-14A2-4A8D-A783-08B8265C7B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1478" y="6057923"/>
            <a:ext cx="394063" cy="234000"/>
          </a:xfrm>
          <a:prstGeom prst="rect">
            <a:avLst/>
          </a:prstGeom>
        </p:spPr>
        <p:txBody>
          <a:bodyPr vert="horz" lIns="90000" tIns="0" rIns="0" bIns="0" rtlCol="0" anchor="t" anchorCtr="0"/>
          <a:lstStyle>
            <a:lvl1pPr algn="ctr">
              <a:defRPr sz="1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3CE5352E-9B9F-4EDC-8769-7FA3D3F814C7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533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3" r:id="rId5"/>
    <p:sldLayoutId id="2147483669" r:id="rId6"/>
    <p:sldLayoutId id="2147483662" r:id="rId7"/>
    <p:sldLayoutId id="2147483667" r:id="rId8"/>
    <p:sldLayoutId id="2147483668" r:id="rId9"/>
    <p:sldLayoutId id="2147483654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2" r:id="rId22"/>
    <p:sldLayoutId id="2147483683" r:id="rId23"/>
    <p:sldLayoutId id="2147483684" r:id="rId24"/>
    <p:sldLayoutId id="2147483687" r:id="rId25"/>
    <p:sldLayoutId id="2147483688" r:id="rId26"/>
    <p:sldLayoutId id="2147483696" r:id="rId27"/>
    <p:sldLayoutId id="2147483693" r:id="rId28"/>
    <p:sldLayoutId id="2147483692" r:id="rId29"/>
    <p:sldLayoutId id="2147483694" r:id="rId30"/>
    <p:sldLayoutId id="2147483686" r:id="rId31"/>
    <p:sldLayoutId id="2147483695" r:id="rId32"/>
    <p:sldLayoutId id="2147483690" r:id="rId33"/>
    <p:sldLayoutId id="2147483685" r:id="rId3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50" userDrawn="1">
          <p15:clr>
            <a:srgbClr val="F26B43"/>
          </p15:clr>
        </p15:guide>
        <p15:guide id="2" pos="7401" userDrawn="1">
          <p15:clr>
            <a:srgbClr val="F26B43"/>
          </p15:clr>
        </p15:guide>
        <p15:guide id="3" pos="279" userDrawn="1">
          <p15:clr>
            <a:srgbClr val="F26B43"/>
          </p15:clr>
        </p15:guide>
        <p15:guide id="4" pos="551" userDrawn="1">
          <p15:clr>
            <a:srgbClr val="F26B43"/>
          </p15:clr>
        </p15:guide>
        <p15:guide id="5" pos="7129" userDrawn="1">
          <p15:clr>
            <a:srgbClr val="F26B43"/>
          </p15:clr>
        </p15:guide>
        <p15:guide id="6" orient="horz" pos="4042" userDrawn="1">
          <p15:clr>
            <a:srgbClr val="F26B43"/>
          </p15:clr>
        </p15:guide>
        <p15:guide id="7" orient="horz" pos="37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7258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xmlns="" id="{22CD4052-CA5C-4234-B1F4-5ADAACA35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85360"/>
            <a:ext cx="12277258" cy="2072640"/>
          </a:xfrm>
        </p:spPr>
        <p:txBody>
          <a:bodyPr/>
          <a:lstStyle/>
          <a:p>
            <a:pPr algn="ctr"/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</a:rPr>
              <a:t>SmartGuard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 Recommendation System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316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D77D9F-55A9-45FE-B943-4A14EFB1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800" dirty="0" smtClean="0"/>
              <a:t>System Architecture</a:t>
            </a:r>
            <a:endParaRPr lang="en-US" sz="48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0086D6D6-02B7-45B8-B60C-D7ACCD1A78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36614" y="2560276"/>
            <a:ext cx="1728216" cy="894123"/>
          </a:xfrm>
        </p:spPr>
        <p:txBody>
          <a:bodyPr/>
          <a:lstStyle/>
          <a:p>
            <a:pPr algn="ctr"/>
            <a:r>
              <a:rPr lang="en-US" sz="3200" dirty="0" smtClean="0"/>
              <a:t>Browser Activity</a:t>
            </a:r>
            <a:endParaRPr lang="en-US" sz="3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58EEE559-3B1C-40F5-B611-B75A47F21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4" y="3818780"/>
            <a:ext cx="1728216" cy="152710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Student visits URL</a:t>
            </a:r>
          </a:p>
          <a:p>
            <a:pPr algn="ctr"/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xmlns="" id="{4F1BEAB5-C4E1-4249-82AF-56673C72FF1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863523" y="2534101"/>
            <a:ext cx="2050143" cy="946472"/>
          </a:xfrm>
        </p:spPr>
        <p:txBody>
          <a:bodyPr/>
          <a:lstStyle/>
          <a:p>
            <a:pPr algn="ctr"/>
            <a:r>
              <a:rPr lang="en-US" sz="3200" dirty="0" smtClean="0"/>
              <a:t>Text Embedding</a:t>
            </a:r>
            <a:endParaRPr lang="en-US" sz="32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02EA3F9B-C21D-4DE5-8C80-46F78DAFC986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3024487" y="3817058"/>
            <a:ext cx="1728216" cy="1527102"/>
          </a:xfrm>
        </p:spPr>
        <p:txBody>
          <a:bodyPr>
            <a:normAutofit/>
          </a:bodyPr>
          <a:lstStyle/>
          <a:p>
            <a:pPr algn="ctr"/>
            <a:r>
              <a:rPr lang="en-US" sz="2000" dirty="0" smtClean="0"/>
              <a:t>Gemini AI classifies category &amp; embeds title into vector</a:t>
            </a:r>
            <a:endParaRPr lang="en-US" sz="200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xmlns="" id="{C2EC925B-48F1-47CA-B19B-49E234391A4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212360" y="2507927"/>
            <a:ext cx="1728216" cy="946472"/>
          </a:xfrm>
        </p:spPr>
        <p:txBody>
          <a:bodyPr/>
          <a:lstStyle/>
          <a:p>
            <a:pPr algn="ctr"/>
            <a:r>
              <a:rPr lang="en-US" sz="3200" dirty="0" smtClean="0"/>
              <a:t>Interest Inference</a:t>
            </a:r>
            <a:endParaRPr lang="en-US" sz="32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CC3A77E1-A99A-49D0-839D-3F54C199E352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5212360" y="3817058"/>
            <a:ext cx="1728216" cy="1527101"/>
          </a:xfrm>
        </p:spPr>
        <p:txBody>
          <a:bodyPr>
            <a:noAutofit/>
          </a:bodyPr>
          <a:lstStyle/>
          <a:p>
            <a:pPr algn="ctr"/>
            <a:r>
              <a:rPr lang="en-US" sz="2000" dirty="0" smtClean="0"/>
              <a:t>Engine updates student’s </a:t>
            </a:r>
            <a:r>
              <a:rPr lang="en-US" sz="2000" dirty="0" err="1" smtClean="0"/>
              <a:t>interest_rating</a:t>
            </a:r>
            <a:r>
              <a:rPr lang="en-US" sz="2000" dirty="0" smtClean="0"/>
              <a:t> </a:t>
            </a:r>
          </a:p>
          <a:p>
            <a:endParaRPr lang="en-US" sz="2000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xmlns="" id="{6FF48712-CD7C-447C-A7E4-161F475785B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122160" y="2507927"/>
            <a:ext cx="2378629" cy="946472"/>
          </a:xfrm>
        </p:spPr>
        <p:txBody>
          <a:bodyPr/>
          <a:lstStyle/>
          <a:p>
            <a:pPr algn="ctr"/>
            <a:r>
              <a:rPr lang="en-US" sz="2400" dirty="0" smtClean="0"/>
              <a:t>Recommendation Engine Components</a:t>
            </a:r>
            <a:endParaRPr lang="en-US" sz="2400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2CFD11C9-C308-4CB8-BE51-1B01CE656959}"/>
              </a:ext>
            </a:extLst>
          </p:cNvPr>
          <p:cNvSpPr>
            <a:spLocks noGrp="1"/>
          </p:cNvSpPr>
          <p:nvPr>
            <p:ph type="body" idx="45"/>
          </p:nvPr>
        </p:nvSpPr>
        <p:spPr>
          <a:xfrm>
            <a:off x="7400233" y="3916374"/>
            <a:ext cx="2100555" cy="1328468"/>
          </a:xfrm>
        </p:spPr>
        <p:txBody>
          <a:bodyPr>
            <a:noAutofit/>
          </a:bodyPr>
          <a:lstStyle/>
          <a:p>
            <a:pPr algn="ctr"/>
            <a:r>
              <a:rPr lang="en-US" sz="1800" dirty="0" smtClean="0"/>
              <a:t>1. Interests Text Embedding</a:t>
            </a:r>
            <a:endParaRPr lang="en-US" sz="1800" dirty="0" smtClean="0"/>
          </a:p>
          <a:p>
            <a:pPr algn="ctr"/>
            <a:r>
              <a:rPr lang="en-US" sz="1800" dirty="0"/>
              <a:t>2</a:t>
            </a:r>
            <a:r>
              <a:rPr lang="en-US" sz="1800" dirty="0" smtClean="0"/>
              <a:t>. Cosine Similarity</a:t>
            </a:r>
          </a:p>
          <a:p>
            <a:pPr algn="ctr"/>
            <a:r>
              <a:rPr lang="en-US" sz="1800" dirty="0"/>
              <a:t>3</a:t>
            </a:r>
            <a:r>
              <a:rPr lang="en-US" sz="1800" dirty="0" smtClean="0"/>
              <a:t>. Contextual Bandit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E59F2913-0094-4416-9648-629E1EFB63E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586423" y="2507927"/>
            <a:ext cx="1923172" cy="946472"/>
          </a:xfrm>
        </p:spPr>
        <p:txBody>
          <a:bodyPr/>
          <a:lstStyle/>
          <a:p>
            <a:pPr algn="ctr"/>
            <a:r>
              <a:rPr lang="en-US" sz="3200" dirty="0" smtClean="0"/>
              <a:t>Student Dashboard</a:t>
            </a:r>
            <a:endParaRPr lang="en-US" sz="32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C23CFE23-9EF8-41DF-92C0-DFBECCAEBC57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9500789" y="4003039"/>
            <a:ext cx="1902853" cy="1155138"/>
          </a:xfrm>
        </p:spPr>
        <p:txBody>
          <a:bodyPr/>
          <a:lstStyle/>
          <a:p>
            <a:pPr algn="ctr"/>
            <a:r>
              <a:rPr lang="en-US" sz="2000" dirty="0" smtClean="0"/>
              <a:t>Suggested</a:t>
            </a:r>
          </a:p>
          <a:p>
            <a:pPr algn="ctr"/>
            <a:r>
              <a:rPr lang="en-US" sz="2000" dirty="0" smtClean="0"/>
              <a:t>For You</a:t>
            </a:r>
          </a:p>
          <a:p>
            <a:pPr algn="ctr"/>
            <a:r>
              <a:rPr lang="en-US" sz="2000" dirty="0" smtClean="0"/>
              <a:t>Section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9527198-FBEF-4DD0-9CF6-B5D6F172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9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5EA325F2-7A9D-4CD2-BC2A-E62618D9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509" y="1538222"/>
            <a:ext cx="4584212" cy="538334"/>
          </a:xfrm>
        </p:spPr>
        <p:txBody>
          <a:bodyPr/>
          <a:lstStyle/>
          <a:p>
            <a:r>
              <a:rPr lang="en-US" b="0" dirty="0" smtClean="0"/>
              <a:t>Purpose</a:t>
            </a:r>
            <a:endParaRPr lang="en-US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E0D5F10-D404-44BB-9FA3-BB375B5A7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509" y="2197267"/>
            <a:ext cx="5176212" cy="713705"/>
          </a:xfrm>
        </p:spPr>
        <p:txBody>
          <a:bodyPr>
            <a:noAutofit/>
          </a:bodyPr>
          <a:lstStyle/>
          <a:p>
            <a:r>
              <a:rPr lang="en-US" sz="2400" dirty="0" smtClean="0"/>
              <a:t>Creating a dynamic profile for users that learns interests automatically</a:t>
            </a:r>
            <a:endParaRPr lang="en-US" sz="2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CE7DC52B-CC70-4061-93ED-F4C2DD548E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509" y="3750279"/>
            <a:ext cx="4584212" cy="1525957"/>
          </a:xfrm>
        </p:spPr>
        <p:txBody>
          <a:bodyPr>
            <a:normAutofit/>
          </a:bodyPr>
          <a:lstStyle/>
          <a:p>
            <a:r>
              <a:rPr lang="en-US" sz="1800" dirty="0" err="1" smtClean="0"/>
              <a:t>v</a:t>
            </a:r>
            <a:r>
              <a:rPr lang="en-US" sz="1800" dirty="0" err="1" smtClean="0"/>
              <a:t>isit_duration</a:t>
            </a:r>
            <a:r>
              <a:rPr lang="en-US" sz="1800" dirty="0" smtClean="0"/>
              <a:t> field in </a:t>
            </a:r>
            <a:r>
              <a:rPr lang="en-US" sz="1800" dirty="0" err="1" smtClean="0"/>
              <a:t>browser_activity</a:t>
            </a:r>
            <a:r>
              <a:rPr lang="en-US" sz="1800" dirty="0" smtClean="0"/>
              <a:t> table</a:t>
            </a:r>
          </a:p>
          <a:p>
            <a:r>
              <a:rPr lang="en-US" sz="1800" dirty="0" err="1"/>
              <a:t>i</a:t>
            </a:r>
            <a:r>
              <a:rPr lang="en-US" sz="1800" dirty="0" err="1" smtClean="0"/>
              <a:t>nteraction_type</a:t>
            </a:r>
            <a:r>
              <a:rPr lang="en-US" sz="1800" dirty="0" smtClean="0"/>
              <a:t> </a:t>
            </a:r>
            <a:r>
              <a:rPr lang="en-US" sz="1800" dirty="0"/>
              <a:t>field in </a:t>
            </a:r>
            <a:r>
              <a:rPr lang="en-US" sz="1800" dirty="0" err="1"/>
              <a:t>browser_activity</a:t>
            </a:r>
            <a:r>
              <a:rPr lang="en-US" sz="1800" dirty="0"/>
              <a:t> </a:t>
            </a:r>
            <a:r>
              <a:rPr lang="en-US" sz="1800" dirty="0" smtClean="0"/>
              <a:t>table</a:t>
            </a:r>
          </a:p>
          <a:p>
            <a:r>
              <a:rPr lang="en-US" sz="1800" dirty="0"/>
              <a:t>n</a:t>
            </a:r>
            <a:r>
              <a:rPr lang="en-US" sz="1800" dirty="0" smtClean="0"/>
              <a:t>umber of revisits from </a:t>
            </a:r>
            <a:r>
              <a:rPr lang="en-US" sz="1800" dirty="0" err="1" smtClean="0"/>
              <a:t>browser_activity</a:t>
            </a:r>
            <a:r>
              <a:rPr lang="en-US" sz="1800" dirty="0" smtClean="0"/>
              <a:t> table</a:t>
            </a:r>
          </a:p>
          <a:p>
            <a:r>
              <a:rPr lang="en-US" sz="1800" dirty="0"/>
              <a:t>d</a:t>
            </a:r>
            <a:r>
              <a:rPr lang="en-US" sz="1800" dirty="0" smtClean="0"/>
              <a:t>ecay over time</a:t>
            </a:r>
            <a:endParaRPr lang="en-US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EBE5032-BBDB-454D-8B28-8882C522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1478" y="6068083"/>
            <a:ext cx="394063" cy="234000"/>
          </a:xfrm>
        </p:spPr>
        <p:txBody>
          <a:bodyPr/>
          <a:lstStyle/>
          <a:p>
            <a:fld id="{3CE5352E-9B9F-4EDC-8769-7FA3D3F814C7}" type="slidenum">
              <a:rPr lang="en-US" smtClean="0"/>
              <a:t>3</a:t>
            </a:fld>
            <a:endParaRPr lang="en-US" dirty="0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xmlns="" id="{5EA325F2-7A9D-4CD2-BC2A-E62618D9D0D9}"/>
              </a:ext>
            </a:extLst>
          </p:cNvPr>
          <p:cNvSpPr txBox="1">
            <a:spLocks/>
          </p:cNvSpPr>
          <p:nvPr/>
        </p:nvSpPr>
        <p:spPr>
          <a:xfrm>
            <a:off x="838509" y="171521"/>
            <a:ext cx="7167571" cy="1148079"/>
          </a:xfrm>
          <a:prstGeom prst="rect">
            <a:avLst/>
          </a:prstGeom>
        </p:spPr>
        <p:txBody>
          <a:bodyPr vert="horz" lIns="3600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smtClean="0"/>
              <a:t>1. Interest Inference Engine</a:t>
            </a:r>
            <a:endParaRPr lang="en-US" sz="4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6875" t="1759" r="7500" b="7501"/>
          <a:stretch/>
        </p:blipFill>
        <p:spPr>
          <a:xfrm>
            <a:off x="6014721" y="1716556"/>
            <a:ext cx="5813069" cy="3465211"/>
          </a:xfrm>
          <a:prstGeom prst="rect">
            <a:avLst/>
          </a:prstGeom>
        </p:spPr>
      </p:pic>
      <p:sp>
        <p:nvSpPr>
          <p:cNvPr id="14" name="Title 2">
            <a:extLst>
              <a:ext uri="{FF2B5EF4-FFF2-40B4-BE49-F238E27FC236}">
                <a16:creationId xmlns:a16="http://schemas.microsoft.com/office/drawing/2014/main" xmlns="" id="{5EA325F2-7A9D-4CD2-BC2A-E62618D9D0D9}"/>
              </a:ext>
            </a:extLst>
          </p:cNvPr>
          <p:cNvSpPr txBox="1">
            <a:spLocks/>
          </p:cNvSpPr>
          <p:nvPr/>
        </p:nvSpPr>
        <p:spPr>
          <a:xfrm>
            <a:off x="838509" y="3090268"/>
            <a:ext cx="4584212" cy="538334"/>
          </a:xfrm>
          <a:prstGeom prst="rect">
            <a:avLst/>
          </a:prstGeom>
        </p:spPr>
        <p:txBody>
          <a:bodyPr vert="horz" lIns="3600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 smtClean="0"/>
              <a:t>Inputs</a:t>
            </a:r>
            <a:endParaRPr lang="en-US" b="0" dirty="0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xmlns="" id="{5EA325F2-7A9D-4CD2-BC2A-E62618D9D0D9}"/>
              </a:ext>
            </a:extLst>
          </p:cNvPr>
          <p:cNvSpPr txBox="1">
            <a:spLocks/>
          </p:cNvSpPr>
          <p:nvPr/>
        </p:nvSpPr>
        <p:spPr>
          <a:xfrm>
            <a:off x="838509" y="5509663"/>
            <a:ext cx="10989281" cy="538334"/>
          </a:xfrm>
          <a:prstGeom prst="rect">
            <a:avLst/>
          </a:prstGeom>
        </p:spPr>
        <p:txBody>
          <a:bodyPr vert="horz" lIns="36000" tIns="0" rIns="0" bIns="0" rtlCol="0" anchor="b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0" dirty="0" smtClean="0"/>
              <a:t>Implementation: </a:t>
            </a:r>
            <a:r>
              <a:rPr lang="en-US" sz="6000" b="0" dirty="0">
                <a:solidFill>
                  <a:schemeClr val="tx2"/>
                </a:solidFill>
              </a:rPr>
              <a:t>a function inside the </a:t>
            </a:r>
            <a:r>
              <a:rPr lang="en-US" sz="6000" b="0" dirty="0" smtClean="0">
                <a:solidFill>
                  <a:schemeClr val="tx2"/>
                </a:solidFill>
              </a:rPr>
              <a:t>browser activity POST </a:t>
            </a:r>
            <a:r>
              <a:rPr lang="en-US" sz="6000" b="0" dirty="0">
                <a:solidFill>
                  <a:schemeClr val="tx2"/>
                </a:solidFill>
              </a:rPr>
              <a:t>route (/</a:t>
            </a:r>
            <a:r>
              <a:rPr lang="en-US" sz="6000" b="0" dirty="0" err="1">
                <a:solidFill>
                  <a:schemeClr val="tx2"/>
                </a:solidFill>
              </a:rPr>
              <a:t>api</a:t>
            </a:r>
            <a:r>
              <a:rPr lang="en-US" sz="6000" b="0" dirty="0">
                <a:solidFill>
                  <a:schemeClr val="tx2"/>
                </a:solidFill>
              </a:rPr>
              <a:t>/activity)</a:t>
            </a:r>
          </a:p>
          <a:p>
            <a:r>
              <a:rPr lang="en-US" b="0" dirty="0" smtClean="0"/>
              <a:t> 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083471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EF6F86-0D7E-4256-941A-55DA4EAE8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Scoring rules</a:t>
            </a:r>
            <a:endParaRPr lang="en-US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xmlns="" id="{E82D27C8-ACB2-48B6-9517-1FEB4B0CF349}"/>
              </a:ext>
            </a:extLst>
          </p:cNvPr>
          <p:cNvGraphicFramePr>
            <a:graphicFrameLocks noGrp="1"/>
          </p:cNvGraphicFramePr>
          <p:nvPr>
            <p:ph type="tbl" sz="quarter" idx="25"/>
            <p:extLst>
              <p:ext uri="{D42A27DB-BD31-4B8C-83A1-F6EECF244321}">
                <p14:modId xmlns:p14="http://schemas.microsoft.com/office/powerpoint/2010/main" val="3442985293"/>
              </p:ext>
            </p:extLst>
          </p:nvPr>
        </p:nvGraphicFramePr>
        <p:xfrm>
          <a:off x="836614" y="1754595"/>
          <a:ext cx="10654346" cy="41929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498503">
                  <a:extLst>
                    <a:ext uri="{9D8B030D-6E8A-4147-A177-3AD203B41FA5}">
                      <a16:colId xmlns:a16="http://schemas.microsoft.com/office/drawing/2014/main" xmlns="" val="1508722466"/>
                    </a:ext>
                  </a:extLst>
                </a:gridCol>
                <a:gridCol w="2525474">
                  <a:extLst>
                    <a:ext uri="{9D8B030D-6E8A-4147-A177-3AD203B41FA5}">
                      <a16:colId xmlns:a16="http://schemas.microsoft.com/office/drawing/2014/main" xmlns="" val="1653212205"/>
                    </a:ext>
                  </a:extLst>
                </a:gridCol>
                <a:gridCol w="3422089">
                  <a:extLst>
                    <a:ext uri="{9D8B030D-6E8A-4147-A177-3AD203B41FA5}">
                      <a16:colId xmlns:a16="http://schemas.microsoft.com/office/drawing/2014/main" xmlns="" val="20102093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4172787024"/>
                    </a:ext>
                  </a:extLst>
                </a:gridCol>
              </a:tblGrid>
              <a:tr h="479193">
                <a:tc>
                  <a:txBody>
                    <a:bodyPr/>
                    <a:lstStyle/>
                    <a:p>
                      <a:r>
                        <a:rPr lang="en-US" dirty="0"/>
                        <a:t>Signal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Score Change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Rationale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ru-RU" sz="12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97641226"/>
                  </a:ext>
                </a:extLst>
              </a:tr>
              <a:tr h="838588">
                <a:tc>
                  <a:txBody>
                    <a:bodyPr/>
                    <a:lstStyle/>
                    <a:p>
                      <a:r>
                        <a:rPr lang="en-US"/>
                        <a:t>visit_duration &gt; 120s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+0.3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Student spent real time reading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ru-RU" sz="1200" kern="1200" dirty="0">
                        <a:solidFill>
                          <a:srgbClr val="000000">
                            <a:alpha val="70000"/>
                          </a:srgb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7937161"/>
                  </a:ext>
                </a:extLst>
              </a:tr>
              <a:tr h="479193">
                <a:tc>
                  <a:txBody>
                    <a:bodyPr/>
                    <a:lstStyle/>
                    <a:p>
                      <a:r>
                        <a:rPr lang="en-US"/>
                        <a:t>visit_duration 30–120s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+0.1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Brief engagement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ru-RU" sz="1200" kern="1200" dirty="0">
                        <a:solidFill>
                          <a:srgbClr val="000000">
                            <a:alpha val="70000"/>
                          </a:srgb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55766756"/>
                  </a:ext>
                </a:extLst>
              </a:tr>
              <a:tr h="479193">
                <a:tc>
                  <a:txBody>
                    <a:bodyPr/>
                    <a:lstStyle/>
                    <a:p>
                      <a:r>
                        <a:rPr lang="en-US"/>
                        <a:t>visit_duration &lt; 10s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−0.1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Bounce — didn't care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ru-RU" sz="1200" kern="1200" dirty="0">
                        <a:solidFill>
                          <a:srgbClr val="000000">
                            <a:alpha val="70000"/>
                          </a:srgb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9020202"/>
                  </a:ext>
                </a:extLst>
              </a:tr>
              <a:tr h="479193">
                <a:tc>
                  <a:txBody>
                    <a:bodyPr/>
                    <a:lstStyle/>
                    <a:p>
                      <a:r>
                        <a:rPr lang="en-US"/>
                        <a:t>interaction_type = "click"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+0.1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Active engagement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ru-RU" sz="1200" kern="1200" dirty="0">
                        <a:solidFill>
                          <a:srgbClr val="000000">
                            <a:alpha val="70000"/>
                          </a:srgb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24305475"/>
                  </a:ext>
                </a:extLst>
              </a:tr>
              <a:tr h="479193">
                <a:tc>
                  <a:txBody>
                    <a:bodyPr/>
                    <a:lstStyle/>
                    <a:p>
                      <a:r>
                        <a:rPr lang="en-US"/>
                        <a:t>interaction_type = "scroll"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+0.15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Read past the fold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ru-RU" sz="1200" kern="1200" dirty="0">
                        <a:solidFill>
                          <a:srgbClr val="000000">
                            <a:alpha val="70000"/>
                          </a:srgb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52874985"/>
                  </a:ext>
                </a:extLst>
              </a:tr>
              <a:tr h="479193">
                <a:tc>
                  <a:txBody>
                    <a:bodyPr/>
                    <a:lstStyle/>
                    <a:p>
                      <a:r>
                        <a:rPr lang="en-US"/>
                        <a:t>Revisit same domain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+0.2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Deliberate return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ru-RU" sz="1200" kern="1200" dirty="0">
                        <a:solidFill>
                          <a:srgbClr val="000000">
                            <a:alpha val="70000"/>
                          </a:srgb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9325645"/>
                  </a:ext>
                </a:extLst>
              </a:tr>
              <a:tr h="479193">
                <a:tc>
                  <a:txBody>
                    <a:bodyPr/>
                    <a:lstStyle/>
                    <a:p>
                      <a:r>
                        <a:rPr lang="en-US" dirty="0"/>
                        <a:t>Category not visited in 2 weeks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−0.05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Interest decay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ru-RU" sz="1200" kern="1200" dirty="0">
                        <a:solidFill>
                          <a:srgbClr val="000000">
                            <a:alpha val="70000"/>
                          </a:srgb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573165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F86044B-E427-4C72-B0DD-461D2D9F5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>
          <a:xfrm>
            <a:off x="836614" y="1377833"/>
            <a:ext cx="4629465" cy="308727"/>
          </a:xfrm>
        </p:spPr>
        <p:txBody>
          <a:bodyPr/>
          <a:lstStyle/>
          <a:p>
            <a:r>
              <a:rPr lang="en-US" dirty="0" smtClean="0"/>
              <a:t>Factors updating the student’s </a:t>
            </a:r>
            <a:r>
              <a:rPr lang="en-US" dirty="0" err="1" smtClean="0"/>
              <a:t>interest_rating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24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3F3C92-FA88-4A0C-B400-5D88B6D2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Text Embedding &amp; Content Vectors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CFF92B29-3AF7-4EF1-A753-98869727CB64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38199" y="1377832"/>
            <a:ext cx="10507199" cy="701133"/>
          </a:xfrm>
        </p:spPr>
        <p:txBody>
          <a:bodyPr>
            <a:noAutofit/>
          </a:bodyPr>
          <a:lstStyle/>
          <a:p>
            <a:r>
              <a:rPr lang="en-US" sz="2400" dirty="0" smtClean="0"/>
              <a:t>Represent student interests &amp; web content as numerical </a:t>
            </a:r>
            <a:r>
              <a:rPr lang="en-US" sz="2400" dirty="0"/>
              <a:t>768-dimensional vectors (a Float32Array of 768 </a:t>
            </a:r>
            <a:r>
              <a:rPr lang="en-US" sz="2400" dirty="0" smtClean="0"/>
              <a:t>numbers)</a:t>
            </a:r>
            <a:endParaRPr lang="en-US" sz="2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701787BF-9235-4D95-B58C-581EE119EE4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33514" y="2854671"/>
            <a:ext cx="2089545" cy="334918"/>
          </a:xfrm>
        </p:spPr>
        <p:txBody>
          <a:bodyPr/>
          <a:lstStyle/>
          <a:p>
            <a:pPr algn="ctr"/>
            <a:r>
              <a:rPr lang="en-US" dirty="0" smtClean="0"/>
              <a:t>Content Vector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0D505D62-4634-44E6-92F4-F8BD9D3BB6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33514" y="3261955"/>
            <a:ext cx="2156604" cy="1862135"/>
          </a:xfrm>
        </p:spPr>
        <p:txBody>
          <a:bodyPr>
            <a:noAutofit/>
          </a:bodyPr>
          <a:lstStyle/>
          <a:p>
            <a:r>
              <a:rPr lang="en-US" sz="1600" dirty="0" smtClean="0"/>
              <a:t>. Inputs cached URL’s:</a:t>
            </a:r>
            <a:endParaRPr lang="en-US" sz="1600" dirty="0"/>
          </a:p>
          <a:p>
            <a:r>
              <a:rPr lang="en-US" sz="1600" dirty="0" smtClean="0"/>
              <a:t>1) Page Title</a:t>
            </a:r>
          </a:p>
          <a:p>
            <a:r>
              <a:rPr lang="en-US" sz="1600" dirty="0" smtClean="0"/>
              <a:t>2) AI-Generated Category</a:t>
            </a:r>
          </a:p>
          <a:p>
            <a:r>
              <a:rPr lang="en-US" sz="1600" dirty="0" smtClean="0"/>
              <a:t>. Output vector is stored in the </a:t>
            </a:r>
            <a:r>
              <a:rPr lang="en-US" sz="1600" dirty="0" err="1" smtClean="0"/>
              <a:t>CategoryCache</a:t>
            </a:r>
            <a:r>
              <a:rPr lang="en-US" sz="1600" dirty="0" smtClean="0"/>
              <a:t> table</a:t>
            </a:r>
            <a:endParaRPr lang="en-US" sz="16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FC645FFB-6185-41FD-8810-86BA66F695F3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9264161" y="2850643"/>
            <a:ext cx="2089545" cy="334918"/>
          </a:xfrm>
        </p:spPr>
        <p:txBody>
          <a:bodyPr/>
          <a:lstStyle/>
          <a:p>
            <a:pPr algn="ctr"/>
            <a:r>
              <a:rPr lang="en-US" dirty="0" smtClean="0"/>
              <a:t>Interests Vector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2ED60E96-C517-471B-A2A0-3FB6FF19808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98280" y="3261955"/>
            <a:ext cx="2419936" cy="1706860"/>
          </a:xfrm>
        </p:spPr>
        <p:txBody>
          <a:bodyPr>
            <a:noAutofit/>
          </a:bodyPr>
          <a:lstStyle/>
          <a:p>
            <a:pPr algn="ctr"/>
            <a:r>
              <a:rPr lang="en-US" sz="2200" dirty="0" smtClean="0"/>
              <a:t>Inputs a weighted representation of the user’s interests array (using text repetition)</a:t>
            </a:r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2E98698-98C2-42EB-AA76-F053D543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smtClean="0"/>
              <a:t>5</a:t>
            </a:fld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41" y="2447069"/>
            <a:ext cx="4622752" cy="260029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/>
          <a:srcRect l="1458" t="6759" r="49063" b="8796"/>
          <a:stretch/>
        </p:blipFill>
        <p:spPr>
          <a:xfrm>
            <a:off x="7059309" y="2228390"/>
            <a:ext cx="576994" cy="55391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3"/>
          <a:srcRect l="50546" t="7639" r="1250" b="9861"/>
          <a:stretch/>
        </p:blipFill>
        <p:spPr>
          <a:xfrm>
            <a:off x="10018954" y="2226837"/>
            <a:ext cx="578587" cy="557019"/>
          </a:xfrm>
          <a:prstGeom prst="rect">
            <a:avLst/>
          </a:prstGeom>
        </p:spPr>
      </p:pic>
      <p:sp>
        <p:nvSpPr>
          <p:cNvPr id="27" name="Title 2">
            <a:extLst>
              <a:ext uri="{FF2B5EF4-FFF2-40B4-BE49-F238E27FC236}">
                <a16:creationId xmlns:a16="http://schemas.microsoft.com/office/drawing/2014/main" xmlns="" id="{5EA325F2-7A9D-4CD2-BC2A-E62618D9D0D9}"/>
              </a:ext>
            </a:extLst>
          </p:cNvPr>
          <p:cNvSpPr txBox="1">
            <a:spLocks/>
          </p:cNvSpPr>
          <p:nvPr/>
        </p:nvSpPr>
        <p:spPr>
          <a:xfrm>
            <a:off x="6333514" y="5306594"/>
            <a:ext cx="5375970" cy="845211"/>
          </a:xfrm>
          <a:prstGeom prst="rect">
            <a:avLst/>
          </a:prstGeom>
        </p:spPr>
        <p:txBody>
          <a:bodyPr vert="horz" lIns="36000" tIns="0" rIns="0" bIns="0" rtlCol="0" anchor="b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 smtClean="0"/>
              <a:t>Implementation</a:t>
            </a:r>
          </a:p>
          <a:p>
            <a:r>
              <a:rPr lang="en-US" sz="6000" b="0" dirty="0" smtClean="0">
                <a:solidFill>
                  <a:schemeClr val="tx2"/>
                </a:solidFill>
              </a:rPr>
              <a:t>text-embedding-004 </a:t>
            </a:r>
            <a:r>
              <a:rPr lang="en-US" sz="6000" b="0" dirty="0">
                <a:solidFill>
                  <a:schemeClr val="tx2"/>
                </a:solidFill>
              </a:rPr>
              <a:t>(Google Gemini)</a:t>
            </a:r>
          </a:p>
          <a:p>
            <a:endParaRPr lang="en-US" sz="4000" dirty="0" smtClean="0"/>
          </a:p>
          <a:p>
            <a:r>
              <a:rPr lang="en-US" b="0" dirty="0" smtClean="0"/>
              <a:t> 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426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F8DDC2-29D0-4966-B14C-A8992AE59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213" y="1927582"/>
            <a:ext cx="4584212" cy="540000"/>
          </a:xfrm>
        </p:spPr>
        <p:txBody>
          <a:bodyPr/>
          <a:lstStyle/>
          <a:p>
            <a:r>
              <a:rPr lang="en-US" dirty="0" smtClean="0"/>
              <a:t>3. Cosine Similarity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C829CA4D-9E93-4EC3-A2A1-BABC2D03401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26213" y="2654143"/>
            <a:ext cx="4619186" cy="2467690"/>
          </a:xfrm>
        </p:spPr>
        <p:txBody>
          <a:bodyPr/>
          <a:lstStyle/>
          <a:p>
            <a:r>
              <a:rPr lang="en-US" sz="2000" dirty="0" smtClean="0"/>
              <a:t>Measures how similar the student’s interest vector is to each candidate content vector stored in the </a:t>
            </a:r>
            <a:r>
              <a:rPr lang="en-US" sz="2000" dirty="0" err="1" smtClean="0"/>
              <a:t>CachedCategory</a:t>
            </a:r>
            <a:r>
              <a:rPr lang="en-US" sz="2000" dirty="0" smtClean="0"/>
              <a:t> table</a:t>
            </a:r>
          </a:p>
          <a:p>
            <a:r>
              <a:rPr lang="en-US" sz="2000" dirty="0" smtClean="0"/>
              <a:t>Produces a score from 0 (completely different) to 1 (identical)</a:t>
            </a:r>
            <a:endParaRPr lang="en-US" sz="2000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FE37566-572A-4015-B19D-2B2CE083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529" y="4450245"/>
            <a:ext cx="3166870" cy="93263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2789" r="21226"/>
          <a:stretch/>
        </p:blipFill>
        <p:spPr>
          <a:xfrm>
            <a:off x="641478" y="393929"/>
            <a:ext cx="5637276" cy="566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7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5EA325F2-7A9D-4CD2-BC2A-E62618D9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509" y="1538222"/>
            <a:ext cx="1682149" cy="538334"/>
          </a:xfrm>
        </p:spPr>
        <p:txBody>
          <a:bodyPr/>
          <a:lstStyle/>
          <a:p>
            <a:r>
              <a:rPr lang="en-US" b="0" dirty="0" smtClean="0"/>
              <a:t>Purpose:</a:t>
            </a:r>
            <a:endParaRPr lang="en-US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E0D5F10-D404-44BB-9FA3-BB375B5A7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658" y="1672092"/>
            <a:ext cx="8874835" cy="356853"/>
          </a:xfrm>
        </p:spPr>
        <p:txBody>
          <a:bodyPr>
            <a:noAutofit/>
          </a:bodyPr>
          <a:lstStyle/>
          <a:p>
            <a:r>
              <a:rPr lang="en-US" sz="2400" dirty="0" smtClean="0"/>
              <a:t>Using ML to learn which features lead to better learning outcomes</a:t>
            </a:r>
            <a:endParaRPr lang="en-US" sz="2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EBE5032-BBDB-454D-8B28-8882C522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1478" y="6068083"/>
            <a:ext cx="394063" cy="234000"/>
          </a:xfrm>
        </p:spPr>
        <p:txBody>
          <a:bodyPr/>
          <a:lstStyle/>
          <a:p>
            <a:fld id="{3CE5352E-9B9F-4EDC-8769-7FA3D3F814C7}" type="slidenum">
              <a:rPr lang="en-US" smtClean="0"/>
              <a:t>7</a:t>
            </a:fld>
            <a:endParaRPr lang="en-US" dirty="0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xmlns="" id="{5EA325F2-7A9D-4CD2-BC2A-E62618D9D0D9}"/>
              </a:ext>
            </a:extLst>
          </p:cNvPr>
          <p:cNvSpPr txBox="1">
            <a:spLocks/>
          </p:cNvSpPr>
          <p:nvPr/>
        </p:nvSpPr>
        <p:spPr>
          <a:xfrm>
            <a:off x="838509" y="171521"/>
            <a:ext cx="7167571" cy="1148079"/>
          </a:xfrm>
          <a:prstGeom prst="rect">
            <a:avLst/>
          </a:prstGeom>
        </p:spPr>
        <p:txBody>
          <a:bodyPr vert="horz" lIns="3600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4</a:t>
            </a:r>
            <a:r>
              <a:rPr lang="en-US" sz="4000" dirty="0" smtClean="0"/>
              <a:t>. Contextual Bandit</a:t>
            </a:r>
            <a:endParaRPr lang="en-US" sz="4000" dirty="0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xmlns="" id="{5EA325F2-7A9D-4CD2-BC2A-E62618D9D0D9}"/>
              </a:ext>
            </a:extLst>
          </p:cNvPr>
          <p:cNvSpPr txBox="1">
            <a:spLocks/>
          </p:cNvSpPr>
          <p:nvPr/>
        </p:nvSpPr>
        <p:spPr>
          <a:xfrm>
            <a:off x="838509" y="4906693"/>
            <a:ext cx="10989281" cy="538334"/>
          </a:xfrm>
          <a:prstGeom prst="rect">
            <a:avLst/>
          </a:prstGeom>
        </p:spPr>
        <p:txBody>
          <a:bodyPr vert="horz" lIns="36000" tIns="0" rIns="0" bIns="0" rtlCol="0" anchor="b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0" dirty="0" smtClean="0"/>
              <a:t>Implementation: </a:t>
            </a:r>
            <a:r>
              <a:rPr lang="en-US" sz="6000" b="0" dirty="0" err="1" smtClean="0">
                <a:solidFill>
                  <a:schemeClr val="tx2"/>
                </a:solidFill>
              </a:rPr>
              <a:t>LinUCB</a:t>
            </a:r>
            <a:r>
              <a:rPr lang="en-US" sz="6000" b="0" dirty="0" smtClean="0">
                <a:solidFill>
                  <a:schemeClr val="tx2"/>
                </a:solidFill>
              </a:rPr>
              <a:t> ML-Based Contextual Bandit</a:t>
            </a:r>
            <a:endParaRPr lang="en-US" sz="6000" b="0" dirty="0">
              <a:solidFill>
                <a:schemeClr val="tx2"/>
              </a:solidFill>
            </a:endParaRPr>
          </a:p>
          <a:p>
            <a:r>
              <a:rPr lang="en-US" b="0" dirty="0" smtClean="0"/>
              <a:t> </a:t>
            </a:r>
            <a:endParaRPr lang="en-US" b="0" dirty="0"/>
          </a:p>
        </p:txBody>
      </p:sp>
      <p:sp>
        <p:nvSpPr>
          <p:cNvPr id="6" name="Oval 5"/>
          <p:cNvSpPr/>
          <p:nvPr/>
        </p:nvSpPr>
        <p:spPr>
          <a:xfrm>
            <a:off x="2520658" y="2551345"/>
            <a:ext cx="1901636" cy="1880558"/>
          </a:xfrm>
          <a:prstGeom prst="ellipse">
            <a:avLst/>
          </a:prstGeom>
          <a:gradFill>
            <a:gsLst>
              <a:gs pos="0">
                <a:srgbClr val="6D3B4F">
                  <a:alpha val="20000"/>
                </a:srgbClr>
              </a:gs>
              <a:gs pos="100000">
                <a:schemeClr val="bg2">
                  <a:alpha val="2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33917" y="3306958"/>
            <a:ext cx="14751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/>
              <a:t>Exploration</a:t>
            </a:r>
            <a:endParaRPr lang="en-US" sz="2200" dirty="0"/>
          </a:p>
        </p:txBody>
      </p:sp>
      <p:sp>
        <p:nvSpPr>
          <p:cNvPr id="16" name="Oval 15"/>
          <p:cNvSpPr/>
          <p:nvPr/>
        </p:nvSpPr>
        <p:spPr>
          <a:xfrm>
            <a:off x="6736092" y="2551345"/>
            <a:ext cx="1901636" cy="1880558"/>
          </a:xfrm>
          <a:prstGeom prst="ellipse">
            <a:avLst/>
          </a:prstGeom>
          <a:gradFill>
            <a:gsLst>
              <a:gs pos="0">
                <a:srgbClr val="6D3B4F">
                  <a:alpha val="20000"/>
                </a:srgbClr>
              </a:gs>
              <a:gs pos="100000">
                <a:schemeClr val="bg2">
                  <a:alpha val="2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913076" y="3306957"/>
            <a:ext cx="15476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/>
              <a:t>Exploitation</a:t>
            </a:r>
            <a:endParaRPr lang="en-US" sz="2200" dirty="0"/>
          </a:p>
        </p:txBody>
      </p:sp>
      <p:sp>
        <p:nvSpPr>
          <p:cNvPr id="12" name="Plus 11"/>
          <p:cNvSpPr/>
          <p:nvPr/>
        </p:nvSpPr>
        <p:spPr>
          <a:xfrm>
            <a:off x="4983970" y="3034424"/>
            <a:ext cx="1190445" cy="1035170"/>
          </a:xfrm>
          <a:prstGeom prst="mathPlus">
            <a:avLst/>
          </a:prstGeom>
          <a:gradFill>
            <a:gsLst>
              <a:gs pos="0">
                <a:srgbClr val="6D3B4F">
                  <a:alpha val="20000"/>
                </a:srgbClr>
              </a:gs>
              <a:gs pos="100000">
                <a:schemeClr val="bg2">
                  <a:alpha val="2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Bent-Up Arrow 23"/>
          <p:cNvSpPr/>
          <p:nvPr/>
        </p:nvSpPr>
        <p:spPr>
          <a:xfrm rot="5400000">
            <a:off x="4863768" y="4460087"/>
            <a:ext cx="379563" cy="2021638"/>
          </a:xfrm>
          <a:prstGeom prst="bentUpArrow">
            <a:avLst>
              <a:gd name="adj1" fmla="val 25000"/>
              <a:gd name="adj2" fmla="val 29546"/>
              <a:gd name="adj3" fmla="val 25000"/>
            </a:avLst>
          </a:prstGeom>
          <a:gradFill>
            <a:gsLst>
              <a:gs pos="0">
                <a:srgbClr val="6D3B4F">
                  <a:alpha val="20000"/>
                </a:srgbClr>
              </a:gs>
              <a:gs pos="100000">
                <a:schemeClr val="bg2">
                  <a:alpha val="2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064369" y="5232405"/>
            <a:ext cx="48566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selects whichever arm maximizes predicted reward + uncertainty bonus</a:t>
            </a:r>
          </a:p>
        </p:txBody>
      </p:sp>
    </p:spTree>
    <p:extLst>
      <p:ext uri="{BB962C8B-B14F-4D97-AF65-F5344CB8AC3E}">
        <p14:creationId xmlns:p14="http://schemas.microsoft.com/office/powerpoint/2010/main" val="309264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074702-8A75-423F-B84F-018408207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Formula Used To Select A Candidate URL </a:t>
            </a:r>
            <a:r>
              <a:rPr lang="en-US" dirty="0" smtClean="0">
                <a:solidFill>
                  <a:schemeClr val="tx2"/>
                </a:solidFill>
              </a:rPr>
              <a:t>(Arm)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F0191D5-DBF1-43B7-BBB0-730366719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I. Student Context Vector </a:t>
            </a:r>
            <a:r>
              <a:rPr lang="en-US" dirty="0" smtClean="0">
                <a:solidFill>
                  <a:schemeClr val="tx2"/>
                </a:solidFill>
              </a:rPr>
              <a:t>(x)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DB744087-FB5E-49D7-98F3-1A513E463A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3318403"/>
            <a:ext cx="4866745" cy="540000"/>
          </a:xfrm>
        </p:spPr>
        <p:txBody>
          <a:bodyPr>
            <a:no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. Regio</a:t>
            </a:r>
            <a:r>
              <a:rPr lang="en-US" sz="1600" dirty="0" smtClean="0">
                <a:solidFill>
                  <a:schemeClr val="tx2"/>
                </a:solidFill>
              </a:rPr>
              <a:t>n              . School Type             . Language</a:t>
            </a:r>
          </a:p>
          <a:p>
            <a:r>
              <a:rPr lang="en-US" sz="1600" dirty="0" smtClean="0">
                <a:solidFill>
                  <a:schemeClr val="tx2"/>
                </a:solidFill>
              </a:rPr>
              <a:t>. Proficiency       . Interest Score         . Learning Preferences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39A8CC28-6DD2-445E-BB0B-D20300C9A8B0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II. </a:t>
            </a:r>
            <a:r>
              <a:rPr lang="en-US" dirty="0">
                <a:solidFill>
                  <a:schemeClr val="tx2"/>
                </a:solidFill>
              </a:rPr>
              <a:t>Reward Signal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527411E9-7586-4E60-A67E-57517F797ECE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III. Exploitation Parameter </a:t>
            </a:r>
            <a:r>
              <a:rPr lang="en-US" dirty="0" smtClean="0">
                <a:solidFill>
                  <a:srgbClr val="3F5779"/>
                </a:solidFill>
              </a:rPr>
              <a:t>(</a:t>
            </a:r>
            <a:r>
              <a:rPr lang="el-GR" dirty="0" smtClean="0"/>
              <a:t>α)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A0665AA9-7996-4F7E-9EBD-9502039CD3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A tunable parameter balancing exploitation vs exploration</a:t>
            </a:r>
            <a:endParaRPr lang="en-US" sz="18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58C7FCDF-C095-418D-B8A5-3D9E26756B8E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lang="en-US" dirty="0" smtClean="0"/>
              <a:t>IV. Learned Preference Weights </a:t>
            </a:r>
            <a:r>
              <a:rPr lang="en-US" dirty="0" smtClean="0">
                <a:solidFill>
                  <a:schemeClr val="accent1"/>
                </a:solidFill>
              </a:rPr>
              <a:t>(</a:t>
            </a:r>
            <a:r>
              <a:rPr lang="el-GR" dirty="0" smtClean="0">
                <a:solidFill>
                  <a:schemeClr val="accent1"/>
                </a:solidFill>
              </a:rPr>
              <a:t>θ</a:t>
            </a:r>
            <a:r>
              <a:rPr lang="en-US" dirty="0" smtClean="0">
                <a:solidFill>
                  <a:schemeClr val="accent1"/>
                </a:solidFill>
              </a:rPr>
              <a:t>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A6A0C06E-2C62-495A-9F3F-E595CFA927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86746" y="5022379"/>
            <a:ext cx="4866745" cy="788244"/>
          </a:xfrm>
        </p:spPr>
        <p:txBody>
          <a:bodyPr>
            <a:noAutofit/>
          </a:bodyPr>
          <a:lstStyle/>
          <a:p>
            <a:r>
              <a:rPr lang="en-US" sz="1800" dirty="0" smtClean="0"/>
              <a:t>The </a:t>
            </a:r>
            <a:r>
              <a:rPr lang="en-US" sz="1800" dirty="0"/>
              <a:t>model’s learned weights that estimate how well a piece of content will perform for a student based on their features</a:t>
            </a:r>
            <a:endParaRPr lang="en-US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295D9BC-AB8F-4271-8A48-4BAD2E39C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5352E-9B9F-4EDC-8769-7FA3D3F814C7}" type="slidenum">
              <a:rPr lang="en-US" smtClean="0"/>
              <a:t>8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062" y="1533149"/>
            <a:ext cx="4791075" cy="1095375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2" name="Text Placeholder 21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sz="1600" dirty="0" smtClean="0"/>
              <a:t>. Visit Duration                                     . Interaction Type</a:t>
            </a:r>
          </a:p>
          <a:p>
            <a:r>
              <a:rPr lang="en-US" sz="1600" dirty="0" smtClean="0"/>
              <a:t>. Completion Status                            .  Student Feedback</a:t>
            </a:r>
            <a:endParaRPr lang="en-US" sz="1600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5933440" y="2950868"/>
            <a:ext cx="10160" cy="30232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508000" y="4307840"/>
            <a:ext cx="11043920" cy="1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627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ypes of Big Data Analytics your Business Can Benefit fro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7" b="3972"/>
          <a:stretch/>
        </p:blipFill>
        <p:spPr bwMode="auto">
          <a:xfrm>
            <a:off x="0" y="0"/>
            <a:ext cx="1224039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xmlns="" id="{22CD4052-CA5C-4234-B1F4-5ADAACA35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07840"/>
            <a:ext cx="12205859" cy="2072640"/>
          </a:xfrm>
        </p:spPr>
        <p:txBody>
          <a:bodyPr/>
          <a:lstStyle/>
          <a:p>
            <a:pPr algn="ctr"/>
            <a:r>
              <a:rPr lang="en-US" dirty="0" smtClean="0"/>
              <a:t>Thank you!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495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6">
      <a:dk1>
        <a:srgbClr val="3F5779"/>
      </a:dk1>
      <a:lt1>
        <a:sysClr val="window" lastClr="FFFFFF"/>
      </a:lt1>
      <a:dk2>
        <a:srgbClr val="96556D"/>
      </a:dk2>
      <a:lt2>
        <a:srgbClr val="3B99BB"/>
      </a:lt2>
      <a:accent1>
        <a:srgbClr val="96556D"/>
      </a:accent1>
      <a:accent2>
        <a:srgbClr val="FFFFFF"/>
      </a:accent2>
      <a:accent3>
        <a:srgbClr val="855939"/>
      </a:accent3>
      <a:accent4>
        <a:srgbClr val="3D8C74"/>
      </a:accent4>
      <a:accent5>
        <a:srgbClr val="999999"/>
      </a:accent5>
      <a:accent6>
        <a:srgbClr val="3B99BB"/>
      </a:accent6>
      <a:hlink>
        <a:srgbClr val="3F5779"/>
      </a:hlink>
      <a:folHlink>
        <a:srgbClr val="3F5779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6D3B4F">
                <a:alpha val="20000"/>
              </a:srgbClr>
            </a:gs>
            <a:gs pos="100000">
              <a:schemeClr val="bg2">
                <a:alpha val="20000"/>
              </a:schemeClr>
            </a:gs>
          </a:gsLst>
          <a:lin ang="10800000" scaled="1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33850888_Retail pitch deck_RVA_v4" id="{8F2882B0-1BFE-4293-BF1B-5E9F7535F411}" vid="{2736E5B9-BA7A-4750-88E9-E7AE6A3F07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17391F-2502-4070-B520-AB23643635E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E4BED453-9FB1-4982-A2CE-02B1DAF46A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A47430-C725-4DCD-9053-3498D56D74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Retail pitch deck</Template>
  <TotalTime>0</TotalTime>
  <Words>416</Words>
  <Application>Microsoft Office PowerPoint</Application>
  <PresentationFormat>Widescreen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Tahoma</vt:lpstr>
      <vt:lpstr>Wingdings</vt:lpstr>
      <vt:lpstr>Office Theme</vt:lpstr>
      <vt:lpstr>SmartGuard Recommendation System</vt:lpstr>
      <vt:lpstr>System Architecture</vt:lpstr>
      <vt:lpstr>Purpose</vt:lpstr>
      <vt:lpstr>Scoring rules</vt:lpstr>
      <vt:lpstr>2. Text Embedding &amp; Content Vectors</vt:lpstr>
      <vt:lpstr>3. Cosine Similarity</vt:lpstr>
      <vt:lpstr>Purpose:</vt:lpstr>
      <vt:lpstr>Formula Used To Select A Candidate URL (Arm)</vt:lpstr>
      <vt:lpstr>Thank you!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2026-04-04T16:45:05Z</dcterms:created>
  <dcterms:modified xsi:type="dcterms:W3CDTF">2026-04-05T02:26:06Z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